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3"/>
  </p:notesMasterIdLst>
  <p:sldIdLst>
    <p:sldId id="256" r:id="rId2"/>
    <p:sldId id="262" r:id="rId3"/>
    <p:sldId id="258" r:id="rId4"/>
    <p:sldId id="257" r:id="rId5"/>
    <p:sldId id="259" r:id="rId6"/>
    <p:sldId id="263" r:id="rId7"/>
    <p:sldId id="261" r:id="rId8"/>
    <p:sldId id="264" r:id="rId9"/>
    <p:sldId id="265" r:id="rId10"/>
    <p:sldId id="266" r:id="rId11"/>
    <p:sldId id="268" r:id="rId12"/>
    <p:sldId id="274" r:id="rId13"/>
    <p:sldId id="269" r:id="rId14"/>
    <p:sldId id="275" r:id="rId15"/>
    <p:sldId id="270" r:id="rId16"/>
    <p:sldId id="271" r:id="rId17"/>
    <p:sldId id="272" r:id="rId18"/>
    <p:sldId id="276" r:id="rId19"/>
    <p:sldId id="273" r:id="rId20"/>
    <p:sldId id="278" r:id="rId21"/>
    <p:sldId id="260" r:id="rId22"/>
  </p:sldIdLst>
  <p:sldSz cx="18288000" cy="10287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4" roundtripDataSignature="AMtx7mjQlFP+AqNWQZWCnl9ubS4Vg9m4/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4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194746-DFC7-4FA1-A5B5-736470C05A16}" v="545" dt="2025-11-24T16:57:40.5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0" d="100"/>
          <a:sy n="50" d="100"/>
        </p:scale>
        <p:origin x="874" y="43"/>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ianca G." userId="10e6735a58b96dcc" providerId="LiveId" clId="{A5CC2E3B-672A-415B-AC27-E8DBC48F2E84}"/>
    <pc:docChg chg="undo custSel addSld delSld modSld sldOrd">
      <pc:chgData name="Bianca G." userId="10e6735a58b96dcc" providerId="LiveId" clId="{A5CC2E3B-672A-415B-AC27-E8DBC48F2E84}" dt="2025-11-24T16:59:05.479" v="2598" actId="47"/>
      <pc:docMkLst>
        <pc:docMk/>
      </pc:docMkLst>
      <pc:sldChg chg="addSp modSp mod">
        <pc:chgData name="Bianca G." userId="10e6735a58b96dcc" providerId="LiveId" clId="{A5CC2E3B-672A-415B-AC27-E8DBC48F2E84}" dt="2025-11-20T18:31:46.497" v="37" actId="20577"/>
        <pc:sldMkLst>
          <pc:docMk/>
          <pc:sldMk cId="0" sldId="256"/>
        </pc:sldMkLst>
        <pc:spChg chg="mod">
          <ac:chgData name="Bianca G." userId="10e6735a58b96dcc" providerId="LiveId" clId="{A5CC2E3B-672A-415B-AC27-E8DBC48F2E84}" dt="2025-11-20T18:31:08.513" v="15" actId="2710"/>
          <ac:spMkLst>
            <pc:docMk/>
            <pc:sldMk cId="0" sldId="256"/>
            <ac:spMk id="90" creationId="{00000000-0000-0000-0000-000000000000}"/>
          </ac:spMkLst>
        </pc:spChg>
        <pc:spChg chg="mod">
          <ac:chgData name="Bianca G." userId="10e6735a58b96dcc" providerId="LiveId" clId="{A5CC2E3B-672A-415B-AC27-E8DBC48F2E84}" dt="2025-11-20T18:31:46.497" v="37" actId="20577"/>
          <ac:spMkLst>
            <pc:docMk/>
            <pc:sldMk cId="0" sldId="256"/>
            <ac:spMk id="92" creationId="{00000000-0000-0000-0000-000000000000}"/>
          </ac:spMkLst>
        </pc:spChg>
      </pc:sldChg>
      <pc:sldChg chg="modSp mod">
        <pc:chgData name="Bianca G." userId="10e6735a58b96dcc" providerId="LiveId" clId="{A5CC2E3B-672A-415B-AC27-E8DBC48F2E84}" dt="2025-11-20T19:36:44.225" v="1115" actId="20577"/>
        <pc:sldMkLst>
          <pc:docMk/>
          <pc:sldMk cId="0" sldId="257"/>
        </pc:sldMkLst>
        <pc:spChg chg="mod">
          <ac:chgData name="Bianca G." userId="10e6735a58b96dcc" providerId="LiveId" clId="{A5CC2E3B-672A-415B-AC27-E8DBC48F2E84}" dt="2025-11-20T18:39:05.691" v="49" actId="20577"/>
          <ac:spMkLst>
            <pc:docMk/>
            <pc:sldMk cId="0" sldId="257"/>
            <ac:spMk id="103" creationId="{00000000-0000-0000-0000-000000000000}"/>
          </ac:spMkLst>
        </pc:spChg>
        <pc:spChg chg="mod">
          <ac:chgData name="Bianca G." userId="10e6735a58b96dcc" providerId="LiveId" clId="{A5CC2E3B-672A-415B-AC27-E8DBC48F2E84}" dt="2025-11-20T19:36:44.225" v="1115" actId="20577"/>
          <ac:spMkLst>
            <pc:docMk/>
            <pc:sldMk cId="0" sldId="257"/>
            <ac:spMk id="104" creationId="{00000000-0000-0000-0000-000000000000}"/>
          </ac:spMkLst>
        </pc:spChg>
      </pc:sldChg>
      <pc:sldChg chg="addSp delSp modSp mod ord">
        <pc:chgData name="Bianca G." userId="10e6735a58b96dcc" providerId="LiveId" clId="{A5CC2E3B-672A-415B-AC27-E8DBC48F2E84}" dt="2025-11-20T18:47:08.298" v="194"/>
        <pc:sldMkLst>
          <pc:docMk/>
          <pc:sldMk cId="0" sldId="258"/>
        </pc:sldMkLst>
        <pc:spChg chg="mod">
          <ac:chgData name="Bianca G." userId="10e6735a58b96dcc" providerId="LiveId" clId="{A5CC2E3B-672A-415B-AC27-E8DBC48F2E84}" dt="2025-11-20T18:41:29.696" v="117" actId="14100"/>
          <ac:spMkLst>
            <pc:docMk/>
            <pc:sldMk cId="0" sldId="258"/>
            <ac:spMk id="6" creationId="{404938AB-63CF-556A-B331-E0D1C7C53D85}"/>
          </ac:spMkLst>
        </pc:spChg>
        <pc:spChg chg="add mod">
          <ac:chgData name="Bianca G." userId="10e6735a58b96dcc" providerId="LiveId" clId="{A5CC2E3B-672A-415B-AC27-E8DBC48F2E84}" dt="2025-11-20T18:44:41.577" v="144" actId="1076"/>
          <ac:spMkLst>
            <pc:docMk/>
            <pc:sldMk cId="0" sldId="258"/>
            <ac:spMk id="57" creationId="{9200C872-BF9B-F6B3-F8D1-DA3BF43D7B89}"/>
          </ac:spMkLst>
        </pc:spChg>
        <pc:spChg chg="add mod">
          <ac:chgData name="Bianca G." userId="10e6735a58b96dcc" providerId="LiveId" clId="{A5CC2E3B-672A-415B-AC27-E8DBC48F2E84}" dt="2025-11-20T18:45:05.756" v="149" actId="1076"/>
          <ac:spMkLst>
            <pc:docMk/>
            <pc:sldMk cId="0" sldId="258"/>
            <ac:spMk id="61" creationId="{0A8FA509-F0F8-ACB1-2291-92C0A7EC0FD2}"/>
          </ac:spMkLst>
        </pc:spChg>
        <pc:spChg chg="add mod">
          <ac:chgData name="Bianca G." userId="10e6735a58b96dcc" providerId="LiveId" clId="{A5CC2E3B-672A-415B-AC27-E8DBC48F2E84}" dt="2025-11-20T18:45:43.619" v="163" actId="1076"/>
          <ac:spMkLst>
            <pc:docMk/>
            <pc:sldMk cId="0" sldId="258"/>
            <ac:spMk id="63" creationId="{69F5B8CF-3AE9-9CA2-BC6D-1E2F0261CCAB}"/>
          </ac:spMkLst>
        </pc:spChg>
        <pc:spChg chg="add mod">
          <ac:chgData name="Bianca G." userId="10e6735a58b96dcc" providerId="LiveId" clId="{A5CC2E3B-672A-415B-AC27-E8DBC48F2E84}" dt="2025-11-20T18:46:20.208" v="174" actId="1076"/>
          <ac:spMkLst>
            <pc:docMk/>
            <pc:sldMk cId="0" sldId="258"/>
            <ac:spMk id="68" creationId="{16C78660-0A4D-ADFB-3211-6DC1D2ECE691}"/>
          </ac:spMkLst>
        </pc:spChg>
        <pc:spChg chg="add mod">
          <ac:chgData name="Bianca G." userId="10e6735a58b96dcc" providerId="LiveId" clId="{A5CC2E3B-672A-415B-AC27-E8DBC48F2E84}" dt="2025-11-20T18:46:31.091" v="179" actId="1076"/>
          <ac:spMkLst>
            <pc:docMk/>
            <pc:sldMk cId="0" sldId="258"/>
            <ac:spMk id="69" creationId="{B50E3D5E-2B98-8096-2D51-472AE17EB9C6}"/>
          </ac:spMkLst>
        </pc:spChg>
        <pc:spChg chg="add mod">
          <ac:chgData name="Bianca G." userId="10e6735a58b96dcc" providerId="LiveId" clId="{A5CC2E3B-672A-415B-AC27-E8DBC48F2E84}" dt="2025-11-20T18:46:39.907" v="184" actId="1076"/>
          <ac:spMkLst>
            <pc:docMk/>
            <pc:sldMk cId="0" sldId="258"/>
            <ac:spMk id="70" creationId="{FE97E01B-4B6E-6A4B-E8FA-09CF1A6848D1}"/>
          </ac:spMkLst>
        </pc:spChg>
        <pc:spChg chg="add mod">
          <ac:chgData name="Bianca G." userId="10e6735a58b96dcc" providerId="LiveId" clId="{A5CC2E3B-672A-415B-AC27-E8DBC48F2E84}" dt="2025-11-20T18:46:49.373" v="189" actId="1076"/>
          <ac:spMkLst>
            <pc:docMk/>
            <pc:sldMk cId="0" sldId="258"/>
            <ac:spMk id="71" creationId="{BEB0C450-227B-B4D4-91C6-1DA9E5CF5334}"/>
          </ac:spMkLst>
        </pc:spChg>
        <pc:spChg chg="add mod">
          <ac:chgData name="Bianca G." userId="10e6735a58b96dcc" providerId="LiveId" clId="{A5CC2E3B-672A-415B-AC27-E8DBC48F2E84}" dt="2025-11-20T18:46:57.424" v="192" actId="1076"/>
          <ac:spMkLst>
            <pc:docMk/>
            <pc:sldMk cId="0" sldId="258"/>
            <ac:spMk id="72" creationId="{44DDC777-EDD0-F77E-30FC-B86844F9D753}"/>
          </ac:spMkLst>
        </pc:spChg>
        <pc:picChg chg="add mod">
          <ac:chgData name="Bianca G." userId="10e6735a58b96dcc" providerId="LiveId" clId="{A5CC2E3B-672A-415B-AC27-E8DBC48F2E84}" dt="2025-11-20T18:42:35.880" v="138" actId="1076"/>
          <ac:picMkLst>
            <pc:docMk/>
            <pc:sldMk cId="0" sldId="258"/>
            <ac:picMk id="2" creationId="{BCD60580-8240-880F-933B-848858CDAD15}"/>
          </ac:picMkLst>
        </pc:picChg>
        <pc:cxnChg chg="add mod">
          <ac:chgData name="Bianca G." userId="10e6735a58b96dcc" providerId="LiveId" clId="{A5CC2E3B-672A-415B-AC27-E8DBC48F2E84}" dt="2025-11-20T18:44:58.750" v="146" actId="1076"/>
          <ac:cxnSpMkLst>
            <pc:docMk/>
            <pc:sldMk cId="0" sldId="258"/>
            <ac:cxnSpMk id="58" creationId="{D3242D1D-B31D-B6FA-C4CC-91E0786EF4AC}"/>
          </ac:cxnSpMkLst>
        </pc:cxnChg>
        <pc:cxnChg chg="add mod">
          <ac:chgData name="Bianca G." userId="10e6735a58b96dcc" providerId="LiveId" clId="{A5CC2E3B-672A-415B-AC27-E8DBC48F2E84}" dt="2025-11-20T18:45:11.921" v="150" actId="14100"/>
          <ac:cxnSpMkLst>
            <pc:docMk/>
            <pc:sldMk cId="0" sldId="258"/>
            <ac:cxnSpMk id="59" creationId="{39C7AA22-AB69-8445-DB0E-4018C25A3CCB}"/>
          </ac:cxnSpMkLst>
        </pc:cxnChg>
        <pc:cxnChg chg="add mod">
          <ac:chgData name="Bianca G." userId="10e6735a58b96dcc" providerId="LiveId" clId="{A5CC2E3B-672A-415B-AC27-E8DBC48F2E84}" dt="2025-11-20T18:45:40.307" v="162" actId="1076"/>
          <ac:cxnSpMkLst>
            <pc:docMk/>
            <pc:sldMk cId="0" sldId="258"/>
            <ac:cxnSpMk id="64" creationId="{D3566A9D-2312-A535-A344-BEAE30A7A5CF}"/>
          </ac:cxnSpMkLst>
        </pc:cxnChg>
        <pc:cxnChg chg="add mod">
          <ac:chgData name="Bianca G." userId="10e6735a58b96dcc" providerId="LiveId" clId="{A5CC2E3B-672A-415B-AC27-E8DBC48F2E84}" dt="2025-11-20T18:45:50.746" v="166" actId="14100"/>
          <ac:cxnSpMkLst>
            <pc:docMk/>
            <pc:sldMk cId="0" sldId="258"/>
            <ac:cxnSpMk id="65" creationId="{C3327F1F-671F-90D0-0B3F-C984866E2F98}"/>
          </ac:cxnSpMkLst>
        </pc:cxnChg>
      </pc:sldChg>
      <pc:sldChg chg="addSp modSp mod">
        <pc:chgData name="Bianca G." userId="10e6735a58b96dcc" providerId="LiveId" clId="{A5CC2E3B-672A-415B-AC27-E8DBC48F2E84}" dt="2025-11-20T18:56:50.248" v="283" actId="1076"/>
        <pc:sldMkLst>
          <pc:docMk/>
          <pc:sldMk cId="0" sldId="259"/>
        </pc:sldMkLst>
        <pc:spChg chg="add mod">
          <ac:chgData name="Bianca G." userId="10e6735a58b96dcc" providerId="LiveId" clId="{A5CC2E3B-672A-415B-AC27-E8DBC48F2E84}" dt="2025-11-20T18:56:47.613" v="282" actId="122"/>
          <ac:spMkLst>
            <pc:docMk/>
            <pc:sldMk cId="0" sldId="259"/>
            <ac:spMk id="4" creationId="{D8B650E8-DEFC-4BB5-37D5-99A1D4943770}"/>
          </ac:spMkLst>
        </pc:spChg>
        <pc:spChg chg="mod">
          <ac:chgData name="Bianca G." userId="10e6735a58b96dcc" providerId="LiveId" clId="{A5CC2E3B-672A-415B-AC27-E8DBC48F2E84}" dt="2025-11-20T18:52:23.494" v="223" actId="20577"/>
          <ac:spMkLst>
            <pc:docMk/>
            <pc:sldMk cId="0" sldId="259"/>
            <ac:spMk id="6" creationId="{78C9D14A-1A4E-5473-2D6B-94CF55E8885C}"/>
          </ac:spMkLst>
        </pc:spChg>
        <pc:spChg chg="add mod">
          <ac:chgData name="Bianca G." userId="10e6735a58b96dcc" providerId="LiveId" clId="{A5CC2E3B-672A-415B-AC27-E8DBC48F2E84}" dt="2025-11-20T18:56:50.248" v="283" actId="1076"/>
          <ac:spMkLst>
            <pc:docMk/>
            <pc:sldMk cId="0" sldId="259"/>
            <ac:spMk id="7" creationId="{D425A294-C414-4C0D-FFA6-8616A3055B86}"/>
          </ac:spMkLst>
        </pc:spChg>
        <pc:spChg chg="mod">
          <ac:chgData name="Bianca G." userId="10e6735a58b96dcc" providerId="LiveId" clId="{A5CC2E3B-672A-415B-AC27-E8DBC48F2E84}" dt="2025-11-20T18:54:22.101" v="239" actId="113"/>
          <ac:spMkLst>
            <pc:docMk/>
            <pc:sldMk cId="0" sldId="259"/>
            <ac:spMk id="128" creationId="{00000000-0000-0000-0000-000000000000}"/>
          </ac:spMkLst>
        </pc:spChg>
        <pc:picChg chg="add mod">
          <ac:chgData name="Bianca G." userId="10e6735a58b96dcc" providerId="LiveId" clId="{A5CC2E3B-672A-415B-AC27-E8DBC48F2E84}" dt="2025-11-20T18:54:17.349" v="238" actId="1076"/>
          <ac:picMkLst>
            <pc:docMk/>
            <pc:sldMk cId="0" sldId="259"/>
            <ac:picMk id="3" creationId="{13803F99-0712-1813-B4A9-CCDA7866A543}"/>
          </ac:picMkLst>
        </pc:picChg>
      </pc:sldChg>
      <pc:sldChg chg="addSp modSp mod">
        <pc:chgData name="Bianca G." userId="10e6735a58b96dcc" providerId="LiveId" clId="{A5CC2E3B-672A-415B-AC27-E8DBC48F2E84}" dt="2025-11-20T20:11:16.171" v="1701" actId="13926"/>
        <pc:sldMkLst>
          <pc:docMk/>
          <pc:sldMk cId="0" sldId="260"/>
        </pc:sldMkLst>
        <pc:spChg chg="mod">
          <ac:chgData name="Bianca G." userId="10e6735a58b96dcc" providerId="LiveId" clId="{A5CC2E3B-672A-415B-AC27-E8DBC48F2E84}" dt="2025-11-20T20:11:16.171" v="1701" actId="13926"/>
          <ac:spMkLst>
            <pc:docMk/>
            <pc:sldMk cId="0" sldId="260"/>
            <ac:spMk id="144" creationId="{00000000-0000-0000-0000-000000000000}"/>
          </ac:spMkLst>
        </pc:spChg>
        <pc:picChg chg="add mod">
          <ac:chgData name="Bianca G." userId="10e6735a58b96dcc" providerId="LiveId" clId="{A5CC2E3B-672A-415B-AC27-E8DBC48F2E84}" dt="2025-11-20T20:10:21.231" v="1687" actId="1076"/>
          <ac:picMkLst>
            <pc:docMk/>
            <pc:sldMk cId="0" sldId="260"/>
            <ac:picMk id="2" creationId="{C8688426-D1BE-43D3-D3C4-35A1F06A3A88}"/>
          </ac:picMkLst>
        </pc:picChg>
        <pc:picChg chg="add mod">
          <ac:chgData name="Bianca G." userId="10e6735a58b96dcc" providerId="LiveId" clId="{A5CC2E3B-672A-415B-AC27-E8DBC48F2E84}" dt="2025-11-20T20:10:22.529" v="1688" actId="1076"/>
          <ac:picMkLst>
            <pc:docMk/>
            <pc:sldMk cId="0" sldId="260"/>
            <ac:picMk id="3" creationId="{F4FFAAE4-2793-F91B-B47C-B2EC11913F51}"/>
          </ac:picMkLst>
        </pc:picChg>
        <pc:picChg chg="add mod">
          <ac:chgData name="Bianca G." userId="10e6735a58b96dcc" providerId="LiveId" clId="{A5CC2E3B-672A-415B-AC27-E8DBC48F2E84}" dt="2025-11-20T20:10:24.341" v="1690" actId="1076"/>
          <ac:picMkLst>
            <pc:docMk/>
            <pc:sldMk cId="0" sldId="260"/>
            <ac:picMk id="5" creationId="{172FC44B-2744-40CA-E9B3-27A929B631ED}"/>
          </ac:picMkLst>
        </pc:picChg>
        <pc:picChg chg="add mod">
          <ac:chgData name="Bianca G." userId="10e6735a58b96dcc" providerId="LiveId" clId="{A5CC2E3B-672A-415B-AC27-E8DBC48F2E84}" dt="2025-11-20T20:10:26.412" v="1691" actId="1076"/>
          <ac:picMkLst>
            <pc:docMk/>
            <pc:sldMk cId="0" sldId="260"/>
            <ac:picMk id="6" creationId="{4F5B66CB-F1BB-BFA6-3027-898B483AF4A6}"/>
          </ac:picMkLst>
        </pc:picChg>
        <pc:picChg chg="add mod">
          <ac:chgData name="Bianca G." userId="10e6735a58b96dcc" providerId="LiveId" clId="{A5CC2E3B-672A-415B-AC27-E8DBC48F2E84}" dt="2025-11-20T20:10:23.451" v="1689" actId="1076"/>
          <ac:picMkLst>
            <pc:docMk/>
            <pc:sldMk cId="0" sldId="260"/>
            <ac:picMk id="7" creationId="{579CE430-D1A2-C3B1-36D9-24B7CB5FFBCC}"/>
          </ac:picMkLst>
        </pc:picChg>
      </pc:sldChg>
      <pc:sldChg chg="addSp delSp modSp mod">
        <pc:chgData name="Bianca G." userId="10e6735a58b96dcc" providerId="LiveId" clId="{A5CC2E3B-672A-415B-AC27-E8DBC48F2E84}" dt="2025-11-20T19:03:32.899" v="376" actId="1076"/>
        <pc:sldMkLst>
          <pc:docMk/>
          <pc:sldMk cId="489032403" sldId="261"/>
        </pc:sldMkLst>
        <pc:spChg chg="mod">
          <ac:chgData name="Bianca G." userId="10e6735a58b96dcc" providerId="LiveId" clId="{A5CC2E3B-672A-415B-AC27-E8DBC48F2E84}" dt="2025-11-20T18:57:44.904" v="287" actId="20577"/>
          <ac:spMkLst>
            <pc:docMk/>
            <pc:sldMk cId="489032403" sldId="261"/>
            <ac:spMk id="2" creationId="{2501AD9E-37BC-B80B-4757-8921328B9293}"/>
          </ac:spMkLst>
        </pc:spChg>
        <pc:spChg chg="add mod">
          <ac:chgData name="Bianca G." userId="10e6735a58b96dcc" providerId="LiveId" clId="{A5CC2E3B-672A-415B-AC27-E8DBC48F2E84}" dt="2025-11-20T19:03:32.899" v="376" actId="1076"/>
          <ac:spMkLst>
            <pc:docMk/>
            <pc:sldMk cId="489032403" sldId="261"/>
            <ac:spMk id="8" creationId="{24FEA1BD-FC6D-BDD5-A41D-58A9FEF0069F}"/>
          </ac:spMkLst>
        </pc:spChg>
        <pc:picChg chg="add mod">
          <ac:chgData name="Bianca G." userId="10e6735a58b96dcc" providerId="LiveId" clId="{A5CC2E3B-672A-415B-AC27-E8DBC48F2E84}" dt="2025-11-20T19:03:12.364" v="372" actId="1076"/>
          <ac:picMkLst>
            <pc:docMk/>
            <pc:sldMk cId="489032403" sldId="261"/>
            <ac:picMk id="7" creationId="{0E0E0613-13D5-CE4E-230F-28AE843EAB03}"/>
          </ac:picMkLst>
        </pc:picChg>
      </pc:sldChg>
      <pc:sldChg chg="addSp delSp modSp add mod ord">
        <pc:chgData name="Bianca G." userId="10e6735a58b96dcc" providerId="LiveId" clId="{A5CC2E3B-672A-415B-AC27-E8DBC48F2E84}" dt="2025-11-20T18:51:08.499" v="214" actId="255"/>
        <pc:sldMkLst>
          <pc:docMk/>
          <pc:sldMk cId="2698984090" sldId="262"/>
        </pc:sldMkLst>
        <pc:spChg chg="add mod">
          <ac:chgData name="Bianca G." userId="10e6735a58b96dcc" providerId="LiveId" clId="{A5CC2E3B-672A-415B-AC27-E8DBC48F2E84}" dt="2025-11-20T18:51:08.499" v="214" actId="255"/>
          <ac:spMkLst>
            <pc:docMk/>
            <pc:sldMk cId="2698984090" sldId="262"/>
            <ac:spMk id="3" creationId="{8360EDA8-7B82-56F9-97C3-D9B637E783C9}"/>
          </ac:spMkLst>
        </pc:spChg>
      </pc:sldChg>
      <pc:sldChg chg="addSp delSp modSp add mod ord">
        <pc:chgData name="Bianca G." userId="10e6735a58b96dcc" providerId="LiveId" clId="{A5CC2E3B-672A-415B-AC27-E8DBC48F2E84}" dt="2025-11-20T19:03:53.697" v="392" actId="1076"/>
        <pc:sldMkLst>
          <pc:docMk/>
          <pc:sldMk cId="672309221" sldId="263"/>
        </pc:sldMkLst>
        <pc:spChg chg="add mod">
          <ac:chgData name="Bianca G." userId="10e6735a58b96dcc" providerId="LiveId" clId="{A5CC2E3B-672A-415B-AC27-E8DBC48F2E84}" dt="2025-11-20T19:03:53.697" v="392" actId="1076"/>
          <ac:spMkLst>
            <pc:docMk/>
            <pc:sldMk cId="672309221" sldId="263"/>
            <ac:spMk id="6" creationId="{62DC6746-F486-7798-6B69-99C8069493DA}"/>
          </ac:spMkLst>
        </pc:spChg>
        <pc:picChg chg="add mod">
          <ac:chgData name="Bianca G." userId="10e6735a58b96dcc" providerId="LiveId" clId="{A5CC2E3B-672A-415B-AC27-E8DBC48F2E84}" dt="2025-11-20T19:01:47.372" v="349" actId="14100"/>
          <ac:picMkLst>
            <pc:docMk/>
            <pc:sldMk cId="672309221" sldId="263"/>
            <ac:picMk id="4" creationId="{BA40E8BC-F5D9-E05B-8418-760DCCB057A0}"/>
          </ac:picMkLst>
        </pc:picChg>
      </pc:sldChg>
      <pc:sldChg chg="addSp delSp modSp add mod">
        <pc:chgData name="Bianca G." userId="10e6735a58b96dcc" providerId="LiveId" clId="{A5CC2E3B-672A-415B-AC27-E8DBC48F2E84}" dt="2025-11-20T19:04:42.074" v="435" actId="1076"/>
        <pc:sldMkLst>
          <pc:docMk/>
          <pc:sldMk cId="560499352" sldId="264"/>
        </pc:sldMkLst>
        <pc:spChg chg="mod">
          <ac:chgData name="Bianca G." userId="10e6735a58b96dcc" providerId="LiveId" clId="{A5CC2E3B-672A-415B-AC27-E8DBC48F2E84}" dt="2025-11-20T19:04:30.679" v="428" actId="14100"/>
          <ac:spMkLst>
            <pc:docMk/>
            <pc:sldMk cId="560499352" sldId="264"/>
            <ac:spMk id="2" creationId="{BA8BC13C-91FA-B633-C45F-6A48AACB2F2F}"/>
          </ac:spMkLst>
        </pc:spChg>
        <pc:picChg chg="add mod">
          <ac:chgData name="Bianca G." userId="10e6735a58b96dcc" providerId="LiveId" clId="{A5CC2E3B-672A-415B-AC27-E8DBC48F2E84}" dt="2025-11-20T19:04:42.074" v="435" actId="1076"/>
          <ac:picMkLst>
            <pc:docMk/>
            <pc:sldMk cId="560499352" sldId="264"/>
            <ac:picMk id="3" creationId="{352B4ECC-7EEC-AF11-72D2-E54383BED7DE}"/>
          </ac:picMkLst>
        </pc:picChg>
      </pc:sldChg>
      <pc:sldChg chg="addSp delSp modSp add mod">
        <pc:chgData name="Bianca G." userId="10e6735a58b96dcc" providerId="LiveId" clId="{A5CC2E3B-672A-415B-AC27-E8DBC48F2E84}" dt="2025-11-20T19:15:49.341" v="582" actId="1076"/>
        <pc:sldMkLst>
          <pc:docMk/>
          <pc:sldMk cId="1472845236" sldId="265"/>
        </pc:sldMkLst>
        <pc:spChg chg="mod">
          <ac:chgData name="Bianca G." userId="10e6735a58b96dcc" providerId="LiveId" clId="{A5CC2E3B-672A-415B-AC27-E8DBC48F2E84}" dt="2025-11-20T19:04:59.825" v="470" actId="14100"/>
          <ac:spMkLst>
            <pc:docMk/>
            <pc:sldMk cId="1472845236" sldId="265"/>
            <ac:spMk id="2" creationId="{B9850288-631D-F5AA-C36D-FF4CFC660A6F}"/>
          </ac:spMkLst>
        </pc:spChg>
        <pc:spChg chg="add mod">
          <ac:chgData name="Bianca G." userId="10e6735a58b96dcc" providerId="LiveId" clId="{A5CC2E3B-672A-415B-AC27-E8DBC48F2E84}" dt="2025-11-20T19:13:42.804" v="521" actId="164"/>
          <ac:spMkLst>
            <pc:docMk/>
            <pc:sldMk cId="1472845236" sldId="265"/>
            <ac:spMk id="12" creationId="{263129BA-6A66-D408-5D5E-F9695FC09D86}"/>
          </ac:spMkLst>
        </pc:spChg>
        <pc:spChg chg="mod">
          <ac:chgData name="Bianca G." userId="10e6735a58b96dcc" providerId="LiveId" clId="{A5CC2E3B-672A-415B-AC27-E8DBC48F2E84}" dt="2025-11-20T19:15:46.323" v="581" actId="20577"/>
          <ac:spMkLst>
            <pc:docMk/>
            <pc:sldMk cId="1472845236" sldId="265"/>
            <ac:spMk id="128" creationId="{606DD012-A85A-69BC-0E87-1C0ECBD5B202}"/>
          </ac:spMkLst>
        </pc:spChg>
        <pc:grpChg chg="add mod">
          <ac:chgData name="Bianca G." userId="10e6735a58b96dcc" providerId="LiveId" clId="{A5CC2E3B-672A-415B-AC27-E8DBC48F2E84}" dt="2025-11-20T19:15:49.341" v="582" actId="1076"/>
          <ac:grpSpMkLst>
            <pc:docMk/>
            <pc:sldMk cId="1472845236" sldId="265"/>
            <ac:grpSpMk id="13" creationId="{85AA733E-2158-032A-CF5B-7A96740F3C08}"/>
          </ac:grpSpMkLst>
        </pc:grpChg>
        <pc:picChg chg="add mod">
          <ac:chgData name="Bianca G." userId="10e6735a58b96dcc" providerId="LiveId" clId="{A5CC2E3B-672A-415B-AC27-E8DBC48F2E84}" dt="2025-11-20T19:13:42.804" v="521" actId="164"/>
          <ac:picMkLst>
            <pc:docMk/>
            <pc:sldMk cId="1472845236" sldId="265"/>
            <ac:picMk id="4" creationId="{258236CD-3984-9BF7-56FF-8B2C509BE952}"/>
          </ac:picMkLst>
        </pc:picChg>
      </pc:sldChg>
      <pc:sldChg chg="addSp delSp modSp add mod">
        <pc:chgData name="Bianca G." userId="10e6735a58b96dcc" providerId="LiveId" clId="{A5CC2E3B-672A-415B-AC27-E8DBC48F2E84}" dt="2025-11-20T19:19:56.041" v="670" actId="14100"/>
        <pc:sldMkLst>
          <pc:docMk/>
          <pc:sldMk cId="1705135387" sldId="266"/>
        </pc:sldMkLst>
        <pc:spChg chg="add mod">
          <ac:chgData name="Bianca G." userId="10e6735a58b96dcc" providerId="LiveId" clId="{A5CC2E3B-672A-415B-AC27-E8DBC48F2E84}" dt="2025-11-20T19:19:46.173" v="669" actId="20577"/>
          <ac:spMkLst>
            <pc:docMk/>
            <pc:sldMk cId="1705135387" sldId="266"/>
            <ac:spMk id="3" creationId="{22E04FA1-C092-8F57-1DD3-F83C9CE217BA}"/>
          </ac:spMkLst>
        </pc:spChg>
        <pc:spChg chg="add mod">
          <ac:chgData name="Bianca G." userId="10e6735a58b96dcc" providerId="LiveId" clId="{A5CC2E3B-672A-415B-AC27-E8DBC48F2E84}" dt="2025-11-20T19:16:02.913" v="586"/>
          <ac:spMkLst>
            <pc:docMk/>
            <pc:sldMk cId="1705135387" sldId="266"/>
            <ac:spMk id="4" creationId="{216D7464-565E-71F4-2332-A01335DCB1A9}"/>
          </ac:spMkLst>
        </pc:spChg>
        <pc:spChg chg="mod">
          <ac:chgData name="Bianca G." userId="10e6735a58b96dcc" providerId="LiveId" clId="{A5CC2E3B-672A-415B-AC27-E8DBC48F2E84}" dt="2025-11-20T19:19:56.041" v="670" actId="14100"/>
          <ac:spMkLst>
            <pc:docMk/>
            <pc:sldMk cId="1705135387" sldId="266"/>
            <ac:spMk id="5" creationId="{A849D3BC-E777-C4B6-CEDA-BB92C6BCC11B}"/>
          </ac:spMkLst>
        </pc:spChg>
        <pc:spChg chg="add mod">
          <ac:chgData name="Bianca G." userId="10e6735a58b96dcc" providerId="LiveId" clId="{A5CC2E3B-672A-415B-AC27-E8DBC48F2E84}" dt="2025-11-20T19:19:36.382" v="668" actId="1076"/>
          <ac:spMkLst>
            <pc:docMk/>
            <pc:sldMk cId="1705135387" sldId="266"/>
            <ac:spMk id="11" creationId="{C48ABF88-4BC3-1856-4E46-33D45544C5DA}"/>
          </ac:spMkLst>
        </pc:spChg>
        <pc:picChg chg="add mod">
          <ac:chgData name="Bianca G." userId="10e6735a58b96dcc" providerId="LiveId" clId="{A5CC2E3B-672A-415B-AC27-E8DBC48F2E84}" dt="2025-11-20T19:19:19.685" v="660" actId="1076"/>
          <ac:picMkLst>
            <pc:docMk/>
            <pc:sldMk cId="1705135387" sldId="266"/>
            <ac:picMk id="7" creationId="{EA298FAD-AB08-A0C3-D2AF-1CAFC51987CA}"/>
          </ac:picMkLst>
        </pc:picChg>
      </pc:sldChg>
      <pc:sldChg chg="addSp delSp modSp add mod ord">
        <pc:chgData name="Bianca G." userId="10e6735a58b96dcc" providerId="LiveId" clId="{A5CC2E3B-672A-415B-AC27-E8DBC48F2E84}" dt="2025-11-24T16:39:46.697" v="2255" actId="1076"/>
        <pc:sldMkLst>
          <pc:docMk/>
          <pc:sldMk cId="3250441014" sldId="268"/>
        </pc:sldMkLst>
        <pc:spChg chg="add mod">
          <ac:chgData name="Bianca G." userId="10e6735a58b96dcc" providerId="LiveId" clId="{A5CC2E3B-672A-415B-AC27-E8DBC48F2E84}" dt="2025-11-24T16:37:50.398" v="2204" actId="20577"/>
          <ac:spMkLst>
            <pc:docMk/>
            <pc:sldMk cId="3250441014" sldId="268"/>
            <ac:spMk id="3" creationId="{2DA22412-1A08-3563-F4C1-94D9D2A3CD3A}"/>
          </ac:spMkLst>
        </pc:spChg>
        <pc:spChg chg="add mod">
          <ac:chgData name="Bianca G." userId="10e6735a58b96dcc" providerId="LiveId" clId="{A5CC2E3B-672A-415B-AC27-E8DBC48F2E84}" dt="2025-11-24T16:38:36.345" v="2231" actId="6549"/>
          <ac:spMkLst>
            <pc:docMk/>
            <pc:sldMk cId="3250441014" sldId="268"/>
            <ac:spMk id="4" creationId="{45B82A85-A441-EAAA-2A74-8279879B7438}"/>
          </ac:spMkLst>
        </pc:spChg>
        <pc:spChg chg="add mod">
          <ac:chgData name="Bianca G." userId="10e6735a58b96dcc" providerId="LiveId" clId="{A5CC2E3B-672A-415B-AC27-E8DBC48F2E84}" dt="2025-11-24T16:39:46.697" v="2255" actId="1076"/>
          <ac:spMkLst>
            <pc:docMk/>
            <pc:sldMk cId="3250441014" sldId="268"/>
            <ac:spMk id="6" creationId="{66700CF0-E1D8-1C71-F944-93697EA4ACD6}"/>
          </ac:spMkLst>
        </pc:spChg>
        <pc:spChg chg="mod">
          <ac:chgData name="Bianca G." userId="10e6735a58b96dcc" providerId="LiveId" clId="{A5CC2E3B-672A-415B-AC27-E8DBC48F2E84}" dt="2025-11-24T16:39:19.048" v="2252" actId="20577"/>
          <ac:spMkLst>
            <pc:docMk/>
            <pc:sldMk cId="3250441014" sldId="268"/>
            <ac:spMk id="128" creationId="{F4D6A966-2F4C-0108-C1DE-13EDEA47433E}"/>
          </ac:spMkLst>
        </pc:spChg>
      </pc:sldChg>
      <pc:sldChg chg="addSp delSp modSp add mod">
        <pc:chgData name="Bianca G." userId="10e6735a58b96dcc" providerId="LiveId" clId="{A5CC2E3B-672A-415B-AC27-E8DBC48F2E84}" dt="2025-11-24T16:48:47.454" v="2366" actId="20577"/>
        <pc:sldMkLst>
          <pc:docMk/>
          <pc:sldMk cId="3157081710" sldId="269"/>
        </pc:sldMkLst>
        <pc:spChg chg="mod">
          <ac:chgData name="Bianca G." userId="10e6735a58b96dcc" providerId="LiveId" clId="{A5CC2E3B-672A-415B-AC27-E8DBC48F2E84}" dt="2025-11-20T19:34:41.941" v="1088" actId="404"/>
          <ac:spMkLst>
            <pc:docMk/>
            <pc:sldMk cId="3157081710" sldId="269"/>
            <ac:spMk id="2" creationId="{092D847F-E6A8-8785-4DDB-42E767F1DD62}"/>
          </ac:spMkLst>
        </pc:spChg>
        <pc:spChg chg="add del mod">
          <ac:chgData name="Bianca G." userId="10e6735a58b96dcc" providerId="LiveId" clId="{A5CC2E3B-672A-415B-AC27-E8DBC48F2E84}" dt="2025-11-24T16:44:16.355" v="2257" actId="478"/>
          <ac:spMkLst>
            <pc:docMk/>
            <pc:sldMk cId="3157081710" sldId="269"/>
            <ac:spMk id="3" creationId="{895C459E-1574-9D75-83B4-DE9729E4792D}"/>
          </ac:spMkLst>
        </pc:spChg>
        <pc:spChg chg="add del mod">
          <ac:chgData name="Bianca G." userId="10e6735a58b96dcc" providerId="LiveId" clId="{A5CC2E3B-672A-415B-AC27-E8DBC48F2E84}" dt="2025-11-24T16:45:00.469" v="2279" actId="21"/>
          <ac:spMkLst>
            <pc:docMk/>
            <pc:sldMk cId="3157081710" sldId="269"/>
            <ac:spMk id="4" creationId="{62F151F0-D10F-0DE3-0AEC-5F1D8D058A0E}"/>
          </ac:spMkLst>
        </pc:spChg>
        <pc:spChg chg="add mod">
          <ac:chgData name="Bianca G." userId="10e6735a58b96dcc" providerId="LiveId" clId="{A5CC2E3B-672A-415B-AC27-E8DBC48F2E84}" dt="2025-11-24T16:48:47.454" v="2366" actId="20577"/>
          <ac:spMkLst>
            <pc:docMk/>
            <pc:sldMk cId="3157081710" sldId="269"/>
            <ac:spMk id="7" creationId="{B1A09917-62E6-058C-6221-3E5C589E8D37}"/>
          </ac:spMkLst>
        </pc:spChg>
        <pc:spChg chg="del mod">
          <ac:chgData name="Bianca G." userId="10e6735a58b96dcc" providerId="LiveId" clId="{A5CC2E3B-672A-415B-AC27-E8DBC48F2E84}" dt="2025-11-24T16:45:31.292" v="2283" actId="21"/>
          <ac:spMkLst>
            <pc:docMk/>
            <pc:sldMk cId="3157081710" sldId="269"/>
            <ac:spMk id="128" creationId="{1849CFB4-D647-0843-8463-9CF71390CEDB}"/>
          </ac:spMkLst>
        </pc:spChg>
        <pc:picChg chg="add mod">
          <ac:chgData name="Bianca G." userId="10e6735a58b96dcc" providerId="LiveId" clId="{A5CC2E3B-672A-415B-AC27-E8DBC48F2E84}" dt="2025-11-24T16:48:32.796" v="2361" actId="1076"/>
          <ac:picMkLst>
            <pc:docMk/>
            <pc:sldMk cId="3157081710" sldId="269"/>
            <ac:picMk id="9" creationId="{5B96DD95-91F2-0F45-C1DB-577ECA0C9429}"/>
          </ac:picMkLst>
        </pc:picChg>
        <pc:picChg chg="add mod">
          <ac:chgData name="Bianca G." userId="10e6735a58b96dcc" providerId="LiveId" clId="{A5CC2E3B-672A-415B-AC27-E8DBC48F2E84}" dt="2025-11-24T16:48:29.110" v="2360" actId="1076"/>
          <ac:picMkLst>
            <pc:docMk/>
            <pc:sldMk cId="3157081710" sldId="269"/>
            <ac:picMk id="11" creationId="{EFC9CF66-BBC6-3E5C-9BED-A1F4F814F656}"/>
          </ac:picMkLst>
        </pc:picChg>
      </pc:sldChg>
      <pc:sldChg chg="addSp delSp modSp add mod">
        <pc:chgData name="Bianca G." userId="10e6735a58b96dcc" providerId="LiveId" clId="{A5CC2E3B-672A-415B-AC27-E8DBC48F2E84}" dt="2025-11-21T03:49:22.767" v="2019" actId="14100"/>
        <pc:sldMkLst>
          <pc:docMk/>
          <pc:sldMk cId="2245044807" sldId="270"/>
        </pc:sldMkLst>
        <pc:spChg chg="mod">
          <ac:chgData name="Bianca G." userId="10e6735a58b96dcc" providerId="LiveId" clId="{A5CC2E3B-672A-415B-AC27-E8DBC48F2E84}" dt="2025-11-20T20:06:49.083" v="1613" actId="113"/>
          <ac:spMkLst>
            <pc:docMk/>
            <pc:sldMk cId="2245044807" sldId="270"/>
            <ac:spMk id="7" creationId="{E20D8905-EA94-88A6-C065-7259DDA0DCBC}"/>
          </ac:spMkLst>
        </pc:spChg>
        <pc:spChg chg="add mod">
          <ac:chgData name="Bianca G." userId="10e6735a58b96dcc" providerId="LiveId" clId="{A5CC2E3B-672A-415B-AC27-E8DBC48F2E84}" dt="2025-11-21T03:48:13.857" v="1984" actId="20577"/>
          <ac:spMkLst>
            <pc:docMk/>
            <pc:sldMk cId="2245044807" sldId="270"/>
            <ac:spMk id="14" creationId="{ABD2A904-81FF-6D9A-A4C6-8A87729E5410}"/>
          </ac:spMkLst>
        </pc:spChg>
        <pc:spChg chg="add mod">
          <ac:chgData name="Bianca G." userId="10e6735a58b96dcc" providerId="LiveId" clId="{A5CC2E3B-672A-415B-AC27-E8DBC48F2E84}" dt="2025-11-21T03:48:10.021" v="1979" actId="20577"/>
          <ac:spMkLst>
            <pc:docMk/>
            <pc:sldMk cId="2245044807" sldId="270"/>
            <ac:spMk id="15" creationId="{FFEF0420-FDE0-A8BA-F38D-D74308CB2A0B}"/>
          </ac:spMkLst>
        </pc:spChg>
        <pc:picChg chg="add mod">
          <ac:chgData name="Bianca G." userId="10e6735a58b96dcc" providerId="LiveId" clId="{A5CC2E3B-672A-415B-AC27-E8DBC48F2E84}" dt="2025-11-21T03:49:22.767" v="2019" actId="14100"/>
          <ac:picMkLst>
            <pc:docMk/>
            <pc:sldMk cId="2245044807" sldId="270"/>
            <ac:picMk id="6" creationId="{2820C731-5EEF-31B2-E80E-FAE35337E118}"/>
          </ac:picMkLst>
        </pc:picChg>
        <pc:picChg chg="add mod">
          <ac:chgData name="Bianca G." userId="10e6735a58b96dcc" providerId="LiveId" clId="{A5CC2E3B-672A-415B-AC27-E8DBC48F2E84}" dt="2025-11-21T03:49:09.886" v="2017" actId="1038"/>
          <ac:picMkLst>
            <pc:docMk/>
            <pc:sldMk cId="2245044807" sldId="270"/>
            <ac:picMk id="13" creationId="{97327B42-2D2B-FF01-D92E-E5A7B931EA46}"/>
          </ac:picMkLst>
        </pc:picChg>
      </pc:sldChg>
      <pc:sldChg chg="addSp delSp modSp add mod">
        <pc:chgData name="Bianca G." userId="10e6735a58b96dcc" providerId="LiveId" clId="{A5CC2E3B-672A-415B-AC27-E8DBC48F2E84}" dt="2025-11-21T03:48:04.698" v="1977" actId="20577"/>
        <pc:sldMkLst>
          <pc:docMk/>
          <pc:sldMk cId="4230859717" sldId="271"/>
        </pc:sldMkLst>
        <pc:spChg chg="mod">
          <ac:chgData name="Bianca G." userId="10e6735a58b96dcc" providerId="LiveId" clId="{A5CC2E3B-672A-415B-AC27-E8DBC48F2E84}" dt="2025-11-20T20:07:34.962" v="1667" actId="6549"/>
          <ac:spMkLst>
            <pc:docMk/>
            <pc:sldMk cId="4230859717" sldId="271"/>
            <ac:spMk id="7" creationId="{23BCB6E6-6E55-B738-5704-97BCD2E8B963}"/>
          </ac:spMkLst>
        </pc:spChg>
        <pc:spChg chg="mod">
          <ac:chgData name="Bianca G." userId="10e6735a58b96dcc" providerId="LiveId" clId="{A5CC2E3B-672A-415B-AC27-E8DBC48F2E84}" dt="2025-11-21T03:48:03.541" v="1976" actId="20577"/>
          <ac:spMkLst>
            <pc:docMk/>
            <pc:sldMk cId="4230859717" sldId="271"/>
            <ac:spMk id="14" creationId="{F28BB791-8147-7456-532F-E78CAF6D3558}"/>
          </ac:spMkLst>
        </pc:spChg>
        <pc:spChg chg="mod">
          <ac:chgData name="Bianca G." userId="10e6735a58b96dcc" providerId="LiveId" clId="{A5CC2E3B-672A-415B-AC27-E8DBC48F2E84}" dt="2025-11-21T03:48:04.698" v="1977" actId="20577"/>
          <ac:spMkLst>
            <pc:docMk/>
            <pc:sldMk cId="4230859717" sldId="271"/>
            <ac:spMk id="15" creationId="{ECBF6CF8-8879-8173-F6FC-48F56B081524}"/>
          </ac:spMkLst>
        </pc:spChg>
        <pc:picChg chg="add mod">
          <ac:chgData name="Bianca G." userId="10e6735a58b96dcc" providerId="LiveId" clId="{A5CC2E3B-672A-415B-AC27-E8DBC48F2E84}" dt="2025-11-20T20:07:57.017" v="1673" actId="1076"/>
          <ac:picMkLst>
            <pc:docMk/>
            <pc:sldMk cId="4230859717" sldId="271"/>
            <ac:picMk id="4" creationId="{FE9E80A4-845E-D5CB-656A-51AFCCA293E2}"/>
          </ac:picMkLst>
        </pc:picChg>
      </pc:sldChg>
      <pc:sldChg chg="delSp modSp add mod">
        <pc:chgData name="Bianca G." userId="10e6735a58b96dcc" providerId="LiveId" clId="{A5CC2E3B-672A-415B-AC27-E8DBC48F2E84}" dt="2025-11-24T16:55:09.459" v="2435" actId="21"/>
        <pc:sldMkLst>
          <pc:docMk/>
          <pc:sldMk cId="1787685002" sldId="272"/>
        </pc:sldMkLst>
        <pc:spChg chg="mod">
          <ac:chgData name="Bianca G." userId="10e6735a58b96dcc" providerId="LiveId" clId="{A5CC2E3B-672A-415B-AC27-E8DBC48F2E84}" dt="2025-11-24T16:55:09.459" v="2435" actId="21"/>
          <ac:spMkLst>
            <pc:docMk/>
            <pc:sldMk cId="1787685002" sldId="272"/>
            <ac:spMk id="7" creationId="{DA40789B-CD4F-7DE5-F75E-D2C5B16E4AB8}"/>
          </ac:spMkLst>
        </pc:spChg>
      </pc:sldChg>
      <pc:sldChg chg="modSp add mod">
        <pc:chgData name="Bianca G." userId="10e6735a58b96dcc" providerId="LiveId" clId="{A5CC2E3B-672A-415B-AC27-E8DBC48F2E84}" dt="2025-11-20T20:23:30.721" v="1853" actId="1076"/>
        <pc:sldMkLst>
          <pc:docMk/>
          <pc:sldMk cId="90793423" sldId="273"/>
        </pc:sldMkLst>
        <pc:spChg chg="mod">
          <ac:chgData name="Bianca G." userId="10e6735a58b96dcc" providerId="LiveId" clId="{A5CC2E3B-672A-415B-AC27-E8DBC48F2E84}" dt="2025-11-20T20:23:25.768" v="1852" actId="1076"/>
          <ac:spMkLst>
            <pc:docMk/>
            <pc:sldMk cId="90793423" sldId="273"/>
            <ac:spMk id="2" creationId="{069F4438-BE79-BB9C-1B86-256A79E438DE}"/>
          </ac:spMkLst>
        </pc:spChg>
        <pc:spChg chg="mod">
          <ac:chgData name="Bianca G." userId="10e6735a58b96dcc" providerId="LiveId" clId="{A5CC2E3B-672A-415B-AC27-E8DBC48F2E84}" dt="2025-11-20T20:23:30.721" v="1853" actId="1076"/>
          <ac:spMkLst>
            <pc:docMk/>
            <pc:sldMk cId="90793423" sldId="273"/>
            <ac:spMk id="7" creationId="{A367D0DD-992C-326E-3635-DCB5A7891F19}"/>
          </ac:spMkLst>
        </pc:spChg>
      </pc:sldChg>
      <pc:sldChg chg="addSp delSp modSp add mod">
        <pc:chgData name="Bianca G." userId="10e6735a58b96dcc" providerId="LiveId" clId="{A5CC2E3B-672A-415B-AC27-E8DBC48F2E84}" dt="2025-11-21T03:56:06.944" v="2092" actId="1076"/>
        <pc:sldMkLst>
          <pc:docMk/>
          <pc:sldMk cId="2432192256" sldId="274"/>
        </pc:sldMkLst>
        <pc:spChg chg="mod">
          <ac:chgData name="Bianca G." userId="10e6735a58b96dcc" providerId="LiveId" clId="{A5CC2E3B-672A-415B-AC27-E8DBC48F2E84}" dt="2025-11-21T03:56:06.944" v="2092" actId="1076"/>
          <ac:spMkLst>
            <pc:docMk/>
            <pc:sldMk cId="2432192256" sldId="274"/>
            <ac:spMk id="3" creationId="{C9FDEBCD-8CC1-6916-1319-4D7F1EBFF4B5}"/>
          </ac:spMkLst>
        </pc:spChg>
        <pc:spChg chg="add mod">
          <ac:chgData name="Bianca G." userId="10e6735a58b96dcc" providerId="LiveId" clId="{A5CC2E3B-672A-415B-AC27-E8DBC48F2E84}" dt="2025-11-21T03:54:22.899" v="2059" actId="1076"/>
          <ac:spMkLst>
            <pc:docMk/>
            <pc:sldMk cId="2432192256" sldId="274"/>
            <ac:spMk id="8" creationId="{17F73231-C72D-7F36-5568-F90929098056}"/>
          </ac:spMkLst>
        </pc:spChg>
        <pc:spChg chg="mod">
          <ac:chgData name="Bianca G." userId="10e6735a58b96dcc" providerId="LiveId" clId="{A5CC2E3B-672A-415B-AC27-E8DBC48F2E84}" dt="2025-11-21T03:55:48.102" v="2088" actId="14100"/>
          <ac:spMkLst>
            <pc:docMk/>
            <pc:sldMk cId="2432192256" sldId="274"/>
            <ac:spMk id="128" creationId="{E11BE11C-E5F1-E4FA-49C4-759D8C652B2C}"/>
          </ac:spMkLst>
        </pc:spChg>
        <pc:picChg chg="add mod">
          <ac:chgData name="Bianca G." userId="10e6735a58b96dcc" providerId="LiveId" clId="{A5CC2E3B-672A-415B-AC27-E8DBC48F2E84}" dt="2025-11-21T03:54:29.862" v="2062" actId="1076"/>
          <ac:picMkLst>
            <pc:docMk/>
            <pc:sldMk cId="2432192256" sldId="274"/>
            <ac:picMk id="10" creationId="{AD6DFCD6-CD8C-4B51-00D2-A0F5F23C7757}"/>
          </ac:picMkLst>
        </pc:picChg>
      </pc:sldChg>
      <pc:sldChg chg="addSp delSp modSp add mod">
        <pc:chgData name="Bianca G." userId="10e6735a58b96dcc" providerId="LiveId" clId="{A5CC2E3B-672A-415B-AC27-E8DBC48F2E84}" dt="2025-11-24T16:47:32.674" v="2354" actId="478"/>
        <pc:sldMkLst>
          <pc:docMk/>
          <pc:sldMk cId="2281339925" sldId="275"/>
        </pc:sldMkLst>
        <pc:spChg chg="mod">
          <ac:chgData name="Bianca G." userId="10e6735a58b96dcc" providerId="LiveId" clId="{A5CC2E3B-672A-415B-AC27-E8DBC48F2E84}" dt="2025-11-24T16:45:56.501" v="2321" actId="1037"/>
          <ac:spMkLst>
            <pc:docMk/>
            <pc:sldMk cId="2281339925" sldId="275"/>
            <ac:spMk id="3" creationId="{1E62D6CA-2444-8E20-8E48-96B2D5F979C6}"/>
          </ac:spMkLst>
        </pc:spChg>
        <pc:spChg chg="add del mod">
          <ac:chgData name="Bianca G." userId="10e6735a58b96dcc" providerId="LiveId" clId="{A5CC2E3B-672A-415B-AC27-E8DBC48F2E84}" dt="2025-11-24T16:45:03.342" v="2280" actId="478"/>
          <ac:spMkLst>
            <pc:docMk/>
            <pc:sldMk cId="2281339925" sldId="275"/>
            <ac:spMk id="4" creationId="{0941DD1E-A4BB-2048-2AE2-0A66C5B424A8}"/>
          </ac:spMkLst>
        </pc:spChg>
        <pc:spChg chg="add del mod">
          <ac:chgData name="Bianca G." userId="10e6735a58b96dcc" providerId="LiveId" clId="{A5CC2E3B-672A-415B-AC27-E8DBC48F2E84}" dt="2025-11-24T16:47:32.674" v="2354" actId="478"/>
          <ac:spMkLst>
            <pc:docMk/>
            <pc:sldMk cId="2281339925" sldId="275"/>
            <ac:spMk id="6" creationId="{62F151F0-D10F-0DE3-0AEC-5F1D8D058A0E}"/>
          </ac:spMkLst>
        </pc:spChg>
        <pc:spChg chg="del">
          <ac:chgData name="Bianca G." userId="10e6735a58b96dcc" providerId="LiveId" clId="{A5CC2E3B-672A-415B-AC27-E8DBC48F2E84}" dt="2025-11-24T16:44:24.705" v="2260" actId="478"/>
          <ac:spMkLst>
            <pc:docMk/>
            <pc:sldMk cId="2281339925" sldId="275"/>
            <ac:spMk id="7" creationId="{EF40C883-53BF-C06F-69A4-2999C18EE366}"/>
          </ac:spMkLst>
        </pc:spChg>
        <pc:spChg chg="add mod">
          <ac:chgData name="Bianca G." userId="10e6735a58b96dcc" providerId="LiveId" clId="{A5CC2E3B-672A-415B-AC27-E8DBC48F2E84}" dt="2025-11-24T16:45:56.501" v="2321" actId="1037"/>
          <ac:spMkLst>
            <pc:docMk/>
            <pc:sldMk cId="2281339925" sldId="275"/>
            <ac:spMk id="8" creationId="{1849CFB4-D647-0843-8463-9CF71390CEDB}"/>
          </ac:spMkLst>
        </pc:spChg>
        <pc:spChg chg="add del mod">
          <ac:chgData name="Bianca G." userId="10e6735a58b96dcc" providerId="LiveId" clId="{A5CC2E3B-672A-415B-AC27-E8DBC48F2E84}" dt="2025-11-24T16:47:30.934" v="2353" actId="478"/>
          <ac:spMkLst>
            <pc:docMk/>
            <pc:sldMk cId="2281339925" sldId="275"/>
            <ac:spMk id="10" creationId="{66A00D01-F1E9-D6A5-4BC3-0F3624B62C81}"/>
          </ac:spMkLst>
        </pc:spChg>
        <pc:spChg chg="del mod">
          <ac:chgData name="Bianca G." userId="10e6735a58b96dcc" providerId="LiveId" clId="{A5CC2E3B-672A-415B-AC27-E8DBC48F2E84}" dt="2025-11-24T16:44:23.512" v="2259" actId="478"/>
          <ac:spMkLst>
            <pc:docMk/>
            <pc:sldMk cId="2281339925" sldId="275"/>
            <ac:spMk id="128" creationId="{3FB3D5C3-0A0A-74B6-558B-E22001FF8F0F}"/>
          </ac:spMkLst>
        </pc:spChg>
        <pc:picChg chg="del">
          <ac:chgData name="Bianca G." userId="10e6735a58b96dcc" providerId="LiveId" clId="{A5CC2E3B-672A-415B-AC27-E8DBC48F2E84}" dt="2025-11-24T16:44:25.773" v="2261" actId="478"/>
          <ac:picMkLst>
            <pc:docMk/>
            <pc:sldMk cId="2281339925" sldId="275"/>
            <ac:picMk id="9" creationId="{E7EB561C-020D-52A2-9510-B2028E846137}"/>
          </ac:picMkLst>
        </pc:picChg>
        <pc:picChg chg="del">
          <ac:chgData name="Bianca G." userId="10e6735a58b96dcc" providerId="LiveId" clId="{A5CC2E3B-672A-415B-AC27-E8DBC48F2E84}" dt="2025-11-24T16:44:26.362" v="2262" actId="478"/>
          <ac:picMkLst>
            <pc:docMk/>
            <pc:sldMk cId="2281339925" sldId="275"/>
            <ac:picMk id="11" creationId="{B478F219-09DE-47ED-5E13-29588FB55E38}"/>
          </ac:picMkLst>
        </pc:picChg>
      </pc:sldChg>
      <pc:sldChg chg="modSp add mod">
        <pc:chgData name="Bianca G." userId="10e6735a58b96dcc" providerId="LiveId" clId="{A5CC2E3B-672A-415B-AC27-E8DBC48F2E84}" dt="2025-11-24T16:55:15.294" v="2439" actId="20577"/>
        <pc:sldMkLst>
          <pc:docMk/>
          <pc:sldMk cId="3790976365" sldId="276"/>
        </pc:sldMkLst>
        <pc:spChg chg="mod">
          <ac:chgData name="Bianca G." userId="10e6735a58b96dcc" providerId="LiveId" clId="{A5CC2E3B-672A-415B-AC27-E8DBC48F2E84}" dt="2025-11-24T16:55:15.294" v="2439" actId="20577"/>
          <ac:spMkLst>
            <pc:docMk/>
            <pc:sldMk cId="3790976365" sldId="276"/>
            <ac:spMk id="7" creationId="{A2EC2D35-60B8-9CDC-1F54-1DE5C9ED6EDF}"/>
          </ac:spMkLst>
        </pc:spChg>
      </pc:sldChg>
      <pc:sldChg chg="modSp add del mod">
        <pc:chgData name="Bianca G." userId="10e6735a58b96dcc" providerId="LiveId" clId="{A5CC2E3B-672A-415B-AC27-E8DBC48F2E84}" dt="2025-11-24T16:59:05.479" v="2598" actId="47"/>
        <pc:sldMkLst>
          <pc:docMk/>
          <pc:sldMk cId="2008126035" sldId="277"/>
        </pc:sldMkLst>
        <pc:spChg chg="mod">
          <ac:chgData name="Bianca G." userId="10e6735a58b96dcc" providerId="LiveId" clId="{A5CC2E3B-672A-415B-AC27-E8DBC48F2E84}" dt="2025-11-24T16:55:50.837" v="2456" actId="20577"/>
          <ac:spMkLst>
            <pc:docMk/>
            <pc:sldMk cId="2008126035" sldId="277"/>
            <ac:spMk id="2" creationId="{943E4F88-7A46-50B7-EB18-51A027B84B00}"/>
          </ac:spMkLst>
        </pc:spChg>
        <pc:spChg chg="mod">
          <ac:chgData name="Bianca G." userId="10e6735a58b96dcc" providerId="LiveId" clId="{A5CC2E3B-672A-415B-AC27-E8DBC48F2E84}" dt="2025-11-24T16:57:15.108" v="2502" actId="20577"/>
          <ac:spMkLst>
            <pc:docMk/>
            <pc:sldMk cId="2008126035" sldId="277"/>
            <ac:spMk id="7" creationId="{6502621D-CD76-62BB-F6E7-1C12AF23D6A6}"/>
          </ac:spMkLst>
        </pc:spChg>
      </pc:sldChg>
      <pc:sldChg chg="modSp add mod">
        <pc:chgData name="Bianca G." userId="10e6735a58b96dcc" providerId="LiveId" clId="{A5CC2E3B-672A-415B-AC27-E8DBC48F2E84}" dt="2025-11-24T16:59:02.835" v="2597" actId="1076"/>
        <pc:sldMkLst>
          <pc:docMk/>
          <pc:sldMk cId="936897895" sldId="278"/>
        </pc:sldMkLst>
        <pc:spChg chg="mod">
          <ac:chgData name="Bianca G." userId="10e6735a58b96dcc" providerId="LiveId" clId="{A5CC2E3B-672A-415B-AC27-E8DBC48F2E84}" dt="2025-11-24T16:59:02.835" v="2597" actId="1076"/>
          <ac:spMkLst>
            <pc:docMk/>
            <pc:sldMk cId="936897895" sldId="278"/>
            <ac:spMk id="7" creationId="{BCFF812B-A8B0-33BF-A17E-5131A9E0761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61FDA44D-A56B-CC6E-9DD9-3A8BA366DA90}"/>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3E771476-EF0F-54D0-3BA6-A79719E58DB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p3:notes">
            <a:extLst>
              <a:ext uri="{FF2B5EF4-FFF2-40B4-BE49-F238E27FC236}">
                <a16:creationId xmlns:a16="http://schemas.microsoft.com/office/drawing/2014/main" id="{97674D45-51A9-501A-B449-56FA00E0942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273372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 name="Google Shape;119;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49075DCD-4308-C3D7-498F-D60ACA144DBF}"/>
            </a:ext>
          </a:extLst>
        </p:cNvPr>
        <p:cNvGrpSpPr/>
        <p:nvPr/>
      </p:nvGrpSpPr>
      <p:grpSpPr>
        <a:xfrm>
          <a:off x="0" y="0"/>
          <a:ext cx="0" cy="0"/>
          <a:chOff x="0" y="0"/>
          <a:chExt cx="0" cy="0"/>
        </a:xfrm>
      </p:grpSpPr>
      <p:sp>
        <p:nvSpPr>
          <p:cNvPr id="118" name="Google Shape;118;p4:notes">
            <a:extLst>
              <a:ext uri="{FF2B5EF4-FFF2-40B4-BE49-F238E27FC236}">
                <a16:creationId xmlns:a16="http://schemas.microsoft.com/office/drawing/2014/main" id="{BCC97DFB-77C1-1923-A988-F24EB5A5CD2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 name="Google Shape;119;p4:notes">
            <a:extLst>
              <a:ext uri="{FF2B5EF4-FFF2-40B4-BE49-F238E27FC236}">
                <a16:creationId xmlns:a16="http://schemas.microsoft.com/office/drawing/2014/main" id="{8F235709-3D3E-FEFB-DA60-FDD3D786B9D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459490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83BEFB59-8B84-B9D0-605D-73142AEF3CA2}"/>
            </a:ext>
          </a:extLst>
        </p:cNvPr>
        <p:cNvGrpSpPr/>
        <p:nvPr/>
      </p:nvGrpSpPr>
      <p:grpSpPr>
        <a:xfrm>
          <a:off x="0" y="0"/>
          <a:ext cx="0" cy="0"/>
          <a:chOff x="0" y="0"/>
          <a:chExt cx="0" cy="0"/>
        </a:xfrm>
      </p:grpSpPr>
      <p:sp>
        <p:nvSpPr>
          <p:cNvPr id="118" name="Google Shape;118;p4:notes">
            <a:extLst>
              <a:ext uri="{FF2B5EF4-FFF2-40B4-BE49-F238E27FC236}">
                <a16:creationId xmlns:a16="http://schemas.microsoft.com/office/drawing/2014/main" id="{B4B8E434-798A-2373-FD8C-9E1B3F1E8CB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 name="Google Shape;119;p4:notes">
            <a:extLst>
              <a:ext uri="{FF2B5EF4-FFF2-40B4-BE49-F238E27FC236}">
                <a16:creationId xmlns:a16="http://schemas.microsoft.com/office/drawing/2014/main" id="{706F80F2-49A5-D113-662F-A1ADAE9665B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665119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62AD5C7B-D1B9-8E9D-5400-0C03991A5095}"/>
            </a:ext>
          </a:extLst>
        </p:cNvPr>
        <p:cNvGrpSpPr/>
        <p:nvPr/>
      </p:nvGrpSpPr>
      <p:grpSpPr>
        <a:xfrm>
          <a:off x="0" y="0"/>
          <a:ext cx="0" cy="0"/>
          <a:chOff x="0" y="0"/>
          <a:chExt cx="0" cy="0"/>
        </a:xfrm>
      </p:grpSpPr>
      <p:sp>
        <p:nvSpPr>
          <p:cNvPr id="118" name="Google Shape;118;p4:notes">
            <a:extLst>
              <a:ext uri="{FF2B5EF4-FFF2-40B4-BE49-F238E27FC236}">
                <a16:creationId xmlns:a16="http://schemas.microsoft.com/office/drawing/2014/main" id="{61F8C9EA-1C73-4580-FCA2-2370796CBF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 name="Google Shape;119;p4:notes">
            <a:extLst>
              <a:ext uri="{FF2B5EF4-FFF2-40B4-BE49-F238E27FC236}">
                <a16:creationId xmlns:a16="http://schemas.microsoft.com/office/drawing/2014/main" id="{33AD5330-53B0-27E7-ECA0-5B10BA8CE87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740994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A2BF1A77-A983-8EED-9EAB-3C132EE48E44}"/>
            </a:ext>
          </a:extLst>
        </p:cNvPr>
        <p:cNvGrpSpPr/>
        <p:nvPr/>
      </p:nvGrpSpPr>
      <p:grpSpPr>
        <a:xfrm>
          <a:off x="0" y="0"/>
          <a:ext cx="0" cy="0"/>
          <a:chOff x="0" y="0"/>
          <a:chExt cx="0" cy="0"/>
        </a:xfrm>
      </p:grpSpPr>
      <p:sp>
        <p:nvSpPr>
          <p:cNvPr id="118" name="Google Shape;118;p4:notes">
            <a:extLst>
              <a:ext uri="{FF2B5EF4-FFF2-40B4-BE49-F238E27FC236}">
                <a16:creationId xmlns:a16="http://schemas.microsoft.com/office/drawing/2014/main" id="{696982F5-2308-5216-63E9-01049D7758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 name="Google Shape;119;p4:notes">
            <a:extLst>
              <a:ext uri="{FF2B5EF4-FFF2-40B4-BE49-F238E27FC236}">
                <a16:creationId xmlns:a16="http://schemas.microsoft.com/office/drawing/2014/main" id="{6C602128-3CA1-3109-1411-7BCDC154DCC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519720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E4990B95-7FC5-D693-04FE-09E713F1155E}"/>
            </a:ext>
          </a:extLst>
        </p:cNvPr>
        <p:cNvGrpSpPr/>
        <p:nvPr/>
      </p:nvGrpSpPr>
      <p:grpSpPr>
        <a:xfrm>
          <a:off x="0" y="0"/>
          <a:ext cx="0" cy="0"/>
          <a:chOff x="0" y="0"/>
          <a:chExt cx="0" cy="0"/>
        </a:xfrm>
      </p:grpSpPr>
      <p:sp>
        <p:nvSpPr>
          <p:cNvPr id="118" name="Google Shape;118;p4:notes">
            <a:extLst>
              <a:ext uri="{FF2B5EF4-FFF2-40B4-BE49-F238E27FC236}">
                <a16:creationId xmlns:a16="http://schemas.microsoft.com/office/drawing/2014/main" id="{6184F63D-84ED-4EE1-3275-38E6004C954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 name="Google Shape;119;p4:notes">
            <a:extLst>
              <a:ext uri="{FF2B5EF4-FFF2-40B4-BE49-F238E27FC236}">
                <a16:creationId xmlns:a16="http://schemas.microsoft.com/office/drawing/2014/main" id="{F53929CF-0D83-A636-4E3A-1C46FEF1F40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421680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2D45A879-B56D-55E1-124D-5B89090D1DB5}"/>
            </a:ext>
          </a:extLst>
        </p:cNvPr>
        <p:cNvGrpSpPr/>
        <p:nvPr/>
      </p:nvGrpSpPr>
      <p:grpSpPr>
        <a:xfrm>
          <a:off x="0" y="0"/>
          <a:ext cx="0" cy="0"/>
          <a:chOff x="0" y="0"/>
          <a:chExt cx="0" cy="0"/>
        </a:xfrm>
      </p:grpSpPr>
      <p:sp>
        <p:nvSpPr>
          <p:cNvPr id="118" name="Google Shape;118;p4:notes">
            <a:extLst>
              <a:ext uri="{FF2B5EF4-FFF2-40B4-BE49-F238E27FC236}">
                <a16:creationId xmlns:a16="http://schemas.microsoft.com/office/drawing/2014/main" id="{C77B2711-4E0E-EE05-9730-619B7EAC392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 name="Google Shape;119;p4:notes">
            <a:extLst>
              <a:ext uri="{FF2B5EF4-FFF2-40B4-BE49-F238E27FC236}">
                <a16:creationId xmlns:a16="http://schemas.microsoft.com/office/drawing/2014/main" id="{FD12D307-EFFA-1FA7-06A0-8B50A1C0E02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828130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A7BFBD04-B1C8-B640-DDAE-C0EC10B78597}"/>
            </a:ext>
          </a:extLst>
        </p:cNvPr>
        <p:cNvGrpSpPr/>
        <p:nvPr/>
      </p:nvGrpSpPr>
      <p:grpSpPr>
        <a:xfrm>
          <a:off x="0" y="0"/>
          <a:ext cx="0" cy="0"/>
          <a:chOff x="0" y="0"/>
          <a:chExt cx="0" cy="0"/>
        </a:xfrm>
      </p:grpSpPr>
      <p:sp>
        <p:nvSpPr>
          <p:cNvPr id="118" name="Google Shape;118;p4:notes">
            <a:extLst>
              <a:ext uri="{FF2B5EF4-FFF2-40B4-BE49-F238E27FC236}">
                <a16:creationId xmlns:a16="http://schemas.microsoft.com/office/drawing/2014/main" id="{0C350618-A917-A2C4-F1B5-0BC8EF894CB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 name="Google Shape;119;p4:notes">
            <a:extLst>
              <a:ext uri="{FF2B5EF4-FFF2-40B4-BE49-F238E27FC236}">
                <a16:creationId xmlns:a16="http://schemas.microsoft.com/office/drawing/2014/main" id="{FAB562B5-AD01-115E-F349-E32381856A4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348954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E0904DE1-4D80-1074-0DA0-C04E87A51EBD}"/>
            </a:ext>
          </a:extLst>
        </p:cNvPr>
        <p:cNvGrpSpPr/>
        <p:nvPr/>
      </p:nvGrpSpPr>
      <p:grpSpPr>
        <a:xfrm>
          <a:off x="0" y="0"/>
          <a:ext cx="0" cy="0"/>
          <a:chOff x="0" y="0"/>
          <a:chExt cx="0" cy="0"/>
        </a:xfrm>
      </p:grpSpPr>
      <p:sp>
        <p:nvSpPr>
          <p:cNvPr id="118" name="Google Shape;118;p4:notes">
            <a:extLst>
              <a:ext uri="{FF2B5EF4-FFF2-40B4-BE49-F238E27FC236}">
                <a16:creationId xmlns:a16="http://schemas.microsoft.com/office/drawing/2014/main" id="{1F0138A4-A0C3-5DE6-8D10-B4FEFACD8B5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 name="Google Shape;119;p4:notes">
            <a:extLst>
              <a:ext uri="{FF2B5EF4-FFF2-40B4-BE49-F238E27FC236}">
                <a16:creationId xmlns:a16="http://schemas.microsoft.com/office/drawing/2014/main" id="{0F102DBB-D644-500A-CFFA-7F5FC8A4FC0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81214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9C699244-E918-A9B2-0D67-F2FDA6A4E9F9}"/>
            </a:ext>
          </a:extLst>
        </p:cNvPr>
        <p:cNvGrpSpPr/>
        <p:nvPr/>
      </p:nvGrpSpPr>
      <p:grpSpPr>
        <a:xfrm>
          <a:off x="0" y="0"/>
          <a:ext cx="0" cy="0"/>
          <a:chOff x="0" y="0"/>
          <a:chExt cx="0" cy="0"/>
        </a:xfrm>
      </p:grpSpPr>
      <p:sp>
        <p:nvSpPr>
          <p:cNvPr id="118" name="Google Shape;118;p4:notes">
            <a:extLst>
              <a:ext uri="{FF2B5EF4-FFF2-40B4-BE49-F238E27FC236}">
                <a16:creationId xmlns:a16="http://schemas.microsoft.com/office/drawing/2014/main" id="{6B829D7F-466C-05AA-922E-51C9B124834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 name="Google Shape;119;p4:notes">
            <a:extLst>
              <a:ext uri="{FF2B5EF4-FFF2-40B4-BE49-F238E27FC236}">
                <a16:creationId xmlns:a16="http://schemas.microsoft.com/office/drawing/2014/main" id="{8B457BE2-D64A-3EDB-E490-2215C0699B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25650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D7449186-C26D-C81D-C7F5-4485717DD155}"/>
            </a:ext>
          </a:extLst>
        </p:cNvPr>
        <p:cNvGrpSpPr/>
        <p:nvPr/>
      </p:nvGrpSpPr>
      <p:grpSpPr>
        <a:xfrm>
          <a:off x="0" y="0"/>
          <a:ext cx="0" cy="0"/>
          <a:chOff x="0" y="0"/>
          <a:chExt cx="0" cy="0"/>
        </a:xfrm>
      </p:grpSpPr>
      <p:sp>
        <p:nvSpPr>
          <p:cNvPr id="118" name="Google Shape;118;p4:notes">
            <a:extLst>
              <a:ext uri="{FF2B5EF4-FFF2-40B4-BE49-F238E27FC236}">
                <a16:creationId xmlns:a16="http://schemas.microsoft.com/office/drawing/2014/main" id="{95D9BF40-C924-0999-3A59-7C1096024DF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 name="Google Shape;119;p4:notes">
            <a:extLst>
              <a:ext uri="{FF2B5EF4-FFF2-40B4-BE49-F238E27FC236}">
                <a16:creationId xmlns:a16="http://schemas.microsoft.com/office/drawing/2014/main" id="{95E74713-B6C7-7B21-AC02-9FA457C28ED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508302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0FE3757E-10C3-2043-9583-BF3A90B57CE3}"/>
            </a:ext>
          </a:extLst>
        </p:cNvPr>
        <p:cNvGrpSpPr/>
        <p:nvPr/>
      </p:nvGrpSpPr>
      <p:grpSpPr>
        <a:xfrm>
          <a:off x="0" y="0"/>
          <a:ext cx="0" cy="0"/>
          <a:chOff x="0" y="0"/>
          <a:chExt cx="0" cy="0"/>
        </a:xfrm>
      </p:grpSpPr>
      <p:sp>
        <p:nvSpPr>
          <p:cNvPr id="118" name="Google Shape;118;p4:notes">
            <a:extLst>
              <a:ext uri="{FF2B5EF4-FFF2-40B4-BE49-F238E27FC236}">
                <a16:creationId xmlns:a16="http://schemas.microsoft.com/office/drawing/2014/main" id="{298EEF9E-FA76-A602-C9DF-BFAA0F8409C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 name="Google Shape;119;p4:notes">
            <a:extLst>
              <a:ext uri="{FF2B5EF4-FFF2-40B4-BE49-F238E27FC236}">
                <a16:creationId xmlns:a16="http://schemas.microsoft.com/office/drawing/2014/main" id="{C65C6F24-9C26-7968-16DB-E170F24F670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017661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FAFE83FD-FB99-1F93-8BDD-DEF056A21482}"/>
            </a:ext>
          </a:extLst>
        </p:cNvPr>
        <p:cNvGrpSpPr/>
        <p:nvPr/>
      </p:nvGrpSpPr>
      <p:grpSpPr>
        <a:xfrm>
          <a:off x="0" y="0"/>
          <a:ext cx="0" cy="0"/>
          <a:chOff x="0" y="0"/>
          <a:chExt cx="0" cy="0"/>
        </a:xfrm>
      </p:grpSpPr>
      <p:sp>
        <p:nvSpPr>
          <p:cNvPr id="118" name="Google Shape;118;p4:notes">
            <a:extLst>
              <a:ext uri="{FF2B5EF4-FFF2-40B4-BE49-F238E27FC236}">
                <a16:creationId xmlns:a16="http://schemas.microsoft.com/office/drawing/2014/main" id="{5108E0F5-00C4-7354-A1E4-4F4FC83251A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 name="Google Shape;119;p4:notes">
            <a:extLst>
              <a:ext uri="{FF2B5EF4-FFF2-40B4-BE49-F238E27FC236}">
                <a16:creationId xmlns:a16="http://schemas.microsoft.com/office/drawing/2014/main" id="{8D06729C-5EB6-3745-26BC-048D2D80204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512233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D0E11174-AB82-772C-8CBA-0164BB477294}"/>
            </a:ext>
          </a:extLst>
        </p:cNvPr>
        <p:cNvGrpSpPr/>
        <p:nvPr/>
      </p:nvGrpSpPr>
      <p:grpSpPr>
        <a:xfrm>
          <a:off x="0" y="0"/>
          <a:ext cx="0" cy="0"/>
          <a:chOff x="0" y="0"/>
          <a:chExt cx="0" cy="0"/>
        </a:xfrm>
      </p:grpSpPr>
      <p:sp>
        <p:nvSpPr>
          <p:cNvPr id="118" name="Google Shape;118;p4:notes">
            <a:extLst>
              <a:ext uri="{FF2B5EF4-FFF2-40B4-BE49-F238E27FC236}">
                <a16:creationId xmlns:a16="http://schemas.microsoft.com/office/drawing/2014/main" id="{03359B0F-DDFD-625E-5C2D-50A8EC71B9C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 name="Google Shape;119;p4:notes">
            <a:extLst>
              <a:ext uri="{FF2B5EF4-FFF2-40B4-BE49-F238E27FC236}">
                <a16:creationId xmlns:a16="http://schemas.microsoft.com/office/drawing/2014/main" id="{12C6D753-8CD3-177C-02CA-B5DD4CADF1E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092807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3F710CC0-424F-C467-3480-8A346B02011C}"/>
            </a:ext>
          </a:extLst>
        </p:cNvPr>
        <p:cNvGrpSpPr/>
        <p:nvPr/>
      </p:nvGrpSpPr>
      <p:grpSpPr>
        <a:xfrm>
          <a:off x="0" y="0"/>
          <a:ext cx="0" cy="0"/>
          <a:chOff x="0" y="0"/>
          <a:chExt cx="0" cy="0"/>
        </a:xfrm>
      </p:grpSpPr>
      <p:sp>
        <p:nvSpPr>
          <p:cNvPr id="118" name="Google Shape;118;p4:notes">
            <a:extLst>
              <a:ext uri="{FF2B5EF4-FFF2-40B4-BE49-F238E27FC236}">
                <a16:creationId xmlns:a16="http://schemas.microsoft.com/office/drawing/2014/main" id="{045762E9-0B0A-C210-8FE3-00939F704E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19" name="Google Shape;119;p4:notes">
            <a:extLst>
              <a:ext uri="{FF2B5EF4-FFF2-40B4-BE49-F238E27FC236}">
                <a16:creationId xmlns:a16="http://schemas.microsoft.com/office/drawing/2014/main" id="{54A98CB4-A416-778D-7B46-29074E67894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373791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890105D1-D104-AD0C-7BE6-39B4D71D8BE5}"/>
            </a:ext>
          </a:extLst>
        </p:cNvPr>
        <p:cNvGrpSpPr/>
        <p:nvPr/>
      </p:nvGrpSpPr>
      <p:grpSpPr>
        <a:xfrm>
          <a:off x="0" y="0"/>
          <a:ext cx="0" cy="0"/>
          <a:chOff x="0" y="0"/>
          <a:chExt cx="0" cy="0"/>
        </a:xfrm>
      </p:grpSpPr>
      <p:sp>
        <p:nvSpPr>
          <p:cNvPr id="118" name="Google Shape;118;p4:notes">
            <a:extLst>
              <a:ext uri="{FF2B5EF4-FFF2-40B4-BE49-F238E27FC236}">
                <a16:creationId xmlns:a16="http://schemas.microsoft.com/office/drawing/2014/main" id="{48A7C848-321C-F5D1-8E78-3AF65CEF601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19" name="Google Shape;119;p4:notes">
            <a:extLst>
              <a:ext uri="{FF2B5EF4-FFF2-40B4-BE49-F238E27FC236}">
                <a16:creationId xmlns:a16="http://schemas.microsoft.com/office/drawing/2014/main" id="{02519CCC-0947-2A87-FB27-8A90DCD7B80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529606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1" name="Google Shape;131;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8"/>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8"/>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0"/>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0"/>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1"/>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11"/>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2"/>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12"/>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12"/>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12"/>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4"/>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4"/>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14"/>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5"/>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5"/>
          <p:cNvSpPr>
            <a:spLocks noGrp="1"/>
          </p:cNvSpPr>
          <p:nvPr>
            <p:ph type="pic" idx="2"/>
          </p:nvPr>
        </p:nvSpPr>
        <p:spPr>
          <a:xfrm>
            <a:off x="1792288" y="612775"/>
            <a:ext cx="5486400" cy="4114800"/>
          </a:xfrm>
          <a:prstGeom prst="rect">
            <a:avLst/>
          </a:prstGeom>
          <a:noFill/>
          <a:ln>
            <a:noFill/>
          </a:ln>
        </p:spPr>
      </p:sp>
      <p:sp>
        <p:nvSpPr>
          <p:cNvPr id="64" name="Google Shape;64;p15"/>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6"/>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7"/>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7"/>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8.sv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1.sv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3.sv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4.gif"/></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6.sv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8.sv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190.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28.sv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sv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34.sv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svg"/><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36.svg"/><Relationship Id="rId4" Type="http://schemas.openxmlformats.org/officeDocument/2006/relationships/image" Target="../media/image35.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7.PNG"/><Relationship Id="rId7" Type="http://schemas.microsoft.com/office/2007/relationships/hdphoto" Target="../media/hdphoto3.wdp"/><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39.png"/><Relationship Id="rId5" Type="http://schemas.microsoft.com/office/2007/relationships/hdphoto" Target="../media/hdphoto2.wdp"/><Relationship Id="rId10" Type="http://schemas.openxmlformats.org/officeDocument/2006/relationships/image" Target="../media/image42.png"/><Relationship Id="rId4" Type="http://schemas.openxmlformats.org/officeDocument/2006/relationships/image" Target="../media/image38.png"/><Relationship Id="rId9"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83"/>
        <p:cNvGrpSpPr/>
        <p:nvPr/>
      </p:nvGrpSpPr>
      <p:grpSpPr>
        <a:xfrm>
          <a:off x="0" y="0"/>
          <a:ext cx="0" cy="0"/>
          <a:chOff x="0" y="0"/>
          <a:chExt cx="0" cy="0"/>
        </a:xfrm>
      </p:grpSpPr>
      <p:sp>
        <p:nvSpPr>
          <p:cNvPr id="88" name="Google Shape;88;p1"/>
          <p:cNvSpPr/>
          <p:nvPr/>
        </p:nvSpPr>
        <p:spPr>
          <a:xfrm>
            <a:off x="14790888" y="8724813"/>
            <a:ext cx="2468412" cy="723987"/>
          </a:xfrm>
          <a:custGeom>
            <a:avLst/>
            <a:gdLst/>
            <a:ahLst/>
            <a:cxnLst/>
            <a:rect l="l" t="t" r="r" b="b"/>
            <a:pathLst>
              <a:path w="2468412" h="723987" extrusionOk="0">
                <a:moveTo>
                  <a:pt x="0" y="0"/>
                </a:moveTo>
                <a:lnTo>
                  <a:pt x="2468412" y="0"/>
                </a:lnTo>
                <a:lnTo>
                  <a:pt x="2468412" y="723987"/>
                </a:lnTo>
                <a:lnTo>
                  <a:pt x="0" y="723987"/>
                </a:lnTo>
                <a:lnTo>
                  <a:pt x="0" y="0"/>
                </a:lnTo>
                <a:close/>
              </a:path>
            </a:pathLst>
          </a:custGeom>
          <a:blipFill rotWithShape="1">
            <a:blip r:embed="rId4">
              <a:alphaModFix/>
            </a:blip>
            <a:stretch>
              <a:fillRect l="-80008" t="-109218" r="-11577" b="-158212"/>
            </a:stretch>
          </a:blipFill>
          <a:ln>
            <a:noFill/>
          </a:ln>
        </p:spPr>
        <p:txBody>
          <a:bodyPr/>
          <a:lstStyle/>
          <a:p>
            <a:endParaRPr lang="pt-BR"/>
          </a:p>
        </p:txBody>
      </p:sp>
      <p:sp>
        <p:nvSpPr>
          <p:cNvPr id="90" name="Google Shape;90;p1"/>
          <p:cNvSpPr txBox="1"/>
          <p:nvPr/>
        </p:nvSpPr>
        <p:spPr>
          <a:xfrm>
            <a:off x="6928204" y="649640"/>
            <a:ext cx="10948316" cy="415498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5400" b="1" i="0" u="none" strike="noStrike" cap="none" dirty="0">
                <a:solidFill>
                  <a:srgbClr val="6C1860"/>
                </a:solidFill>
                <a:latin typeface="Arial"/>
                <a:ea typeface="Arial"/>
                <a:cs typeface="Arial"/>
                <a:sym typeface="Arial"/>
              </a:rPr>
              <a:t>Pressure anisotropy on twin tunnel linings induced by a transverse gallery</a:t>
            </a:r>
          </a:p>
          <a:p>
            <a:pPr marL="0" marR="0" lvl="0" indent="0" algn="l" rtl="0">
              <a:spcBef>
                <a:spcPts val="0"/>
              </a:spcBef>
              <a:spcAft>
                <a:spcPts val="0"/>
              </a:spcAft>
              <a:buNone/>
            </a:pPr>
            <a:r>
              <a:rPr lang="en-US" sz="5400" b="1" i="0" u="none" strike="noStrike" cap="none" dirty="0">
                <a:solidFill>
                  <a:srgbClr val="6C1860"/>
                </a:solidFill>
                <a:latin typeface="Arial"/>
                <a:ea typeface="Arial"/>
                <a:cs typeface="Arial"/>
                <a:sym typeface="Arial"/>
              </a:rPr>
              <a:t>construction using time-dependent constitutive models</a:t>
            </a:r>
            <a:endParaRPr sz="700" b="1" dirty="0"/>
          </a:p>
        </p:txBody>
      </p:sp>
      <p:sp>
        <p:nvSpPr>
          <p:cNvPr id="92" name="Google Shape;92;p1"/>
          <p:cNvSpPr txBox="1"/>
          <p:nvPr/>
        </p:nvSpPr>
        <p:spPr>
          <a:xfrm>
            <a:off x="7184694" y="5143500"/>
            <a:ext cx="4793946" cy="323165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3000" dirty="0">
                <a:solidFill>
                  <a:srgbClr val="1970A0"/>
                </a:solidFill>
              </a:rPr>
              <a:t>Felipe P. M. Quevedo</a:t>
            </a:r>
          </a:p>
          <a:p>
            <a:pPr marL="0" marR="0" lvl="0" indent="0" algn="l" rtl="0">
              <a:lnSpc>
                <a:spcPct val="140000"/>
              </a:lnSpc>
              <a:spcBef>
                <a:spcPts val="0"/>
              </a:spcBef>
              <a:spcAft>
                <a:spcPts val="0"/>
              </a:spcAft>
              <a:buNone/>
            </a:pPr>
            <a:endParaRPr lang="en-US" sz="3000" dirty="0">
              <a:solidFill>
                <a:srgbClr val="1970A0"/>
              </a:solidFill>
            </a:endParaRPr>
          </a:p>
          <a:p>
            <a:pPr marL="0" marR="0" lvl="0" indent="0" algn="l" rtl="0">
              <a:lnSpc>
                <a:spcPct val="140000"/>
              </a:lnSpc>
              <a:spcBef>
                <a:spcPts val="0"/>
              </a:spcBef>
              <a:spcAft>
                <a:spcPts val="0"/>
              </a:spcAft>
              <a:buNone/>
            </a:pPr>
            <a:r>
              <a:rPr lang="it-IT" sz="3000" dirty="0">
                <a:solidFill>
                  <a:srgbClr val="1970A0"/>
                </a:solidFill>
              </a:rPr>
              <a:t>Bianca M. Girardi</a:t>
            </a:r>
          </a:p>
          <a:p>
            <a:pPr marL="0" marR="0" lvl="0" indent="0" algn="l" rtl="0">
              <a:lnSpc>
                <a:spcPct val="140000"/>
              </a:lnSpc>
              <a:spcBef>
                <a:spcPts val="0"/>
              </a:spcBef>
              <a:spcAft>
                <a:spcPts val="0"/>
              </a:spcAft>
              <a:buNone/>
            </a:pPr>
            <a:r>
              <a:rPr lang="it-IT" sz="3000" dirty="0">
                <a:solidFill>
                  <a:srgbClr val="1970A0"/>
                </a:solidFill>
              </a:rPr>
              <a:t>Felipe P. M. Quevedo</a:t>
            </a:r>
          </a:p>
          <a:p>
            <a:pPr marL="0" marR="0" lvl="0" indent="0" algn="l" rtl="0">
              <a:lnSpc>
                <a:spcPct val="140000"/>
              </a:lnSpc>
              <a:spcBef>
                <a:spcPts val="0"/>
              </a:spcBef>
              <a:spcAft>
                <a:spcPts val="0"/>
              </a:spcAft>
              <a:buNone/>
            </a:pPr>
            <a:r>
              <a:rPr lang="it-IT" sz="3000" dirty="0">
                <a:solidFill>
                  <a:srgbClr val="1970A0"/>
                </a:solidFill>
              </a:rPr>
              <a:t>Samir Maghous</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8">
          <a:extLst>
            <a:ext uri="{FF2B5EF4-FFF2-40B4-BE49-F238E27FC236}">
              <a16:creationId xmlns:a16="http://schemas.microsoft.com/office/drawing/2014/main" id="{8678D250-D78E-3CB2-8C45-05A772D4C0DA}"/>
            </a:ext>
          </a:extLst>
        </p:cNvPr>
        <p:cNvGrpSpPr/>
        <p:nvPr/>
      </p:nvGrpSpPr>
      <p:grpSpPr>
        <a:xfrm>
          <a:off x="0" y="0"/>
          <a:ext cx="0" cy="0"/>
          <a:chOff x="0" y="0"/>
          <a:chExt cx="0" cy="0"/>
        </a:xfrm>
      </p:grpSpPr>
      <p:sp>
        <p:nvSpPr>
          <p:cNvPr id="5" name="Espaço Reservado para Número de Slide 2">
            <a:extLst>
              <a:ext uri="{FF2B5EF4-FFF2-40B4-BE49-F238E27FC236}">
                <a16:creationId xmlns:a16="http://schemas.microsoft.com/office/drawing/2014/main" id="{A001D80A-E2E8-80FC-778A-CCDBBE2543F5}"/>
              </a:ext>
            </a:extLst>
          </p:cNvPr>
          <p:cNvSpPr>
            <a:spLocks noGrp="1"/>
          </p:cNvSpPr>
          <p:nvPr>
            <p:ph type="sldNum" idx="12"/>
          </p:nvPr>
        </p:nvSpPr>
        <p:spPr>
          <a:xfrm>
            <a:off x="17701146" y="157461"/>
            <a:ext cx="416257" cy="365125"/>
          </a:xfrm>
        </p:spPr>
        <p:txBody>
          <a:bodyPr/>
          <a:lstStyle/>
          <a:p>
            <a:pPr marL="0" lvl="0" indent="0" algn="r" rtl="0">
              <a:spcBef>
                <a:spcPts val="0"/>
              </a:spcBef>
              <a:spcAft>
                <a:spcPts val="0"/>
              </a:spcAft>
              <a:buNone/>
            </a:pPr>
            <a:fld id="{00000000-1234-1234-1234-123412341234}" type="slidenum">
              <a:rPr lang="en-US" sz="2400" smtClean="0">
                <a:solidFill>
                  <a:srgbClr val="FFF4F3"/>
                </a:solidFill>
              </a:rPr>
              <a:t>2</a:t>
            </a:fld>
            <a:endParaRPr lang="en-US" sz="1800" dirty="0">
              <a:solidFill>
                <a:srgbClr val="FFF4F3"/>
              </a:solidFill>
            </a:endParaRPr>
          </a:p>
        </p:txBody>
      </p:sp>
      <p:sp>
        <p:nvSpPr>
          <p:cNvPr id="6" name="Google Shape;103;p2">
            <a:extLst>
              <a:ext uri="{FF2B5EF4-FFF2-40B4-BE49-F238E27FC236}">
                <a16:creationId xmlns:a16="http://schemas.microsoft.com/office/drawing/2014/main" id="{2B4C6B84-8A96-7D68-CB1E-CF8343C4EA7E}"/>
              </a:ext>
            </a:extLst>
          </p:cNvPr>
          <p:cNvSpPr txBox="1"/>
          <p:nvPr/>
        </p:nvSpPr>
        <p:spPr>
          <a:xfrm>
            <a:off x="1028700" y="631768"/>
            <a:ext cx="14561820" cy="1624868"/>
          </a:xfrm>
          <a:prstGeom prst="rect">
            <a:avLst/>
          </a:prstGeom>
          <a:noFill/>
          <a:ln>
            <a:noFill/>
          </a:ln>
        </p:spPr>
        <p:txBody>
          <a:bodyPr spcFirstLastPara="1" wrap="square" lIns="0" tIns="0" rIns="0" bIns="0" anchor="t" anchorCtr="0">
            <a:spAutoFit/>
          </a:bodyPr>
          <a:lstStyle/>
          <a:p>
            <a:pPr marL="0" marR="0" lvl="0" indent="0" algn="l" rtl="0">
              <a:lnSpc>
                <a:spcPct val="139989"/>
              </a:lnSpc>
              <a:spcBef>
                <a:spcPts val="0"/>
              </a:spcBef>
              <a:spcAft>
                <a:spcPts val="0"/>
              </a:spcAft>
              <a:buNone/>
            </a:pPr>
            <a:r>
              <a:rPr lang="en-US" sz="7542" b="1" i="0" u="none" strike="noStrike" cap="none" dirty="0">
                <a:solidFill>
                  <a:srgbClr val="6C1860"/>
                </a:solidFill>
                <a:latin typeface="Arial"/>
                <a:ea typeface="Arial"/>
                <a:cs typeface="Arial"/>
                <a:sym typeface="Arial"/>
              </a:rPr>
              <a:t>Research problem</a:t>
            </a:r>
            <a:endParaRPr b="1" dirty="0"/>
          </a:p>
        </p:txBody>
      </p:sp>
      <p:sp>
        <p:nvSpPr>
          <p:cNvPr id="3" name="Google Shape;104;p2">
            <a:extLst>
              <a:ext uri="{FF2B5EF4-FFF2-40B4-BE49-F238E27FC236}">
                <a16:creationId xmlns:a16="http://schemas.microsoft.com/office/drawing/2014/main" id="{8360EDA8-7B82-56F9-97C3-D9B637E783C9}"/>
              </a:ext>
            </a:extLst>
          </p:cNvPr>
          <p:cNvSpPr txBox="1"/>
          <p:nvPr/>
        </p:nvSpPr>
        <p:spPr>
          <a:xfrm>
            <a:off x="1028700" y="2292600"/>
            <a:ext cx="14135745" cy="5816977"/>
          </a:xfrm>
          <a:prstGeom prst="rect">
            <a:avLst/>
          </a:prstGeom>
          <a:noFill/>
          <a:ln>
            <a:noFill/>
          </a:ln>
        </p:spPr>
        <p:txBody>
          <a:bodyPr spcFirstLastPara="1" wrap="square" lIns="0" tIns="0" rIns="0" bIns="0" anchor="t" anchorCtr="0">
            <a:spAutoFit/>
          </a:bodyPr>
          <a:lstStyle/>
          <a:p>
            <a:pPr lvl="0" algn="just">
              <a:lnSpc>
                <a:spcPct val="140000"/>
              </a:lnSpc>
            </a:pPr>
            <a:r>
              <a:rPr lang="en-US" sz="3000" dirty="0"/>
              <a:t>The excavation of a transverse gallery significantly modifies the stress field around the main tunnels, generating localized increases in loads and deformations near the intersection. </a:t>
            </a:r>
          </a:p>
          <a:p>
            <a:pPr lvl="0" algn="just">
              <a:lnSpc>
                <a:spcPct val="140000"/>
              </a:lnSpc>
            </a:pPr>
            <a:endParaRPr lang="en-US" sz="3000" dirty="0"/>
          </a:p>
          <a:p>
            <a:pPr lvl="0" algn="just">
              <a:lnSpc>
                <a:spcPct val="140000"/>
              </a:lnSpc>
            </a:pPr>
            <a:r>
              <a:rPr lang="en-US" sz="3000" dirty="0"/>
              <a:t>These additional demands may exceed the capacity of the primary lining, creating potential zones of instability. Therefore, understanding how stresses and displacements are redistributed in this region is essential for defining structural reinforcements and ensuring the safety and long-term performance of the tunnel system.</a:t>
            </a:r>
            <a:endParaRPr sz="3000" dirty="0"/>
          </a:p>
        </p:txBody>
      </p:sp>
    </p:spTree>
    <p:extLst>
      <p:ext uri="{BB962C8B-B14F-4D97-AF65-F5344CB8AC3E}">
        <p14:creationId xmlns:p14="http://schemas.microsoft.com/office/powerpoint/2010/main" val="26989840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8"/>
        <p:cNvGrpSpPr/>
        <p:nvPr/>
      </p:nvGrpSpPr>
      <p:grpSpPr>
        <a:xfrm>
          <a:off x="0" y="0"/>
          <a:ext cx="0" cy="0"/>
          <a:chOff x="0" y="0"/>
          <a:chExt cx="0" cy="0"/>
        </a:xfrm>
      </p:grpSpPr>
      <p:sp>
        <p:nvSpPr>
          <p:cNvPr id="5" name="Espaço Reservado para Número de Slide 2">
            <a:extLst>
              <a:ext uri="{FF2B5EF4-FFF2-40B4-BE49-F238E27FC236}">
                <a16:creationId xmlns:a16="http://schemas.microsoft.com/office/drawing/2014/main" id="{84BEA437-9190-3EB0-941A-242411FB89EB}"/>
              </a:ext>
            </a:extLst>
          </p:cNvPr>
          <p:cNvSpPr>
            <a:spLocks noGrp="1"/>
          </p:cNvSpPr>
          <p:nvPr>
            <p:ph type="sldNum" idx="12"/>
          </p:nvPr>
        </p:nvSpPr>
        <p:spPr>
          <a:xfrm>
            <a:off x="17701146" y="157461"/>
            <a:ext cx="416257" cy="365125"/>
          </a:xfrm>
        </p:spPr>
        <p:txBody>
          <a:bodyPr/>
          <a:lstStyle/>
          <a:p>
            <a:pPr marL="0" lvl="0" indent="0" algn="r" rtl="0">
              <a:spcBef>
                <a:spcPts val="0"/>
              </a:spcBef>
              <a:spcAft>
                <a:spcPts val="0"/>
              </a:spcAft>
              <a:buNone/>
            </a:pPr>
            <a:fld id="{00000000-1234-1234-1234-123412341234}" type="slidenum">
              <a:rPr lang="en-US" sz="2400" smtClean="0">
                <a:solidFill>
                  <a:srgbClr val="FFF4F3"/>
                </a:solidFill>
              </a:rPr>
              <a:t>3</a:t>
            </a:fld>
            <a:endParaRPr lang="en-US" sz="1800" dirty="0">
              <a:solidFill>
                <a:srgbClr val="FFF4F3"/>
              </a:solidFill>
            </a:endParaRPr>
          </a:p>
        </p:txBody>
      </p:sp>
      <p:sp>
        <p:nvSpPr>
          <p:cNvPr id="6" name="Google Shape;103;p2">
            <a:extLst>
              <a:ext uri="{FF2B5EF4-FFF2-40B4-BE49-F238E27FC236}">
                <a16:creationId xmlns:a16="http://schemas.microsoft.com/office/drawing/2014/main" id="{404938AB-63CF-556A-B331-E0D1C7C53D85}"/>
              </a:ext>
            </a:extLst>
          </p:cNvPr>
          <p:cNvSpPr txBox="1"/>
          <p:nvPr/>
        </p:nvSpPr>
        <p:spPr>
          <a:xfrm>
            <a:off x="1028700" y="631768"/>
            <a:ext cx="14561820" cy="1624868"/>
          </a:xfrm>
          <a:prstGeom prst="rect">
            <a:avLst/>
          </a:prstGeom>
          <a:noFill/>
          <a:ln>
            <a:noFill/>
          </a:ln>
        </p:spPr>
        <p:txBody>
          <a:bodyPr spcFirstLastPara="1" wrap="square" lIns="0" tIns="0" rIns="0" bIns="0" anchor="t" anchorCtr="0">
            <a:spAutoFit/>
          </a:bodyPr>
          <a:lstStyle/>
          <a:p>
            <a:pPr marL="0" marR="0" lvl="0" indent="0" algn="l" rtl="0">
              <a:lnSpc>
                <a:spcPct val="139989"/>
              </a:lnSpc>
              <a:spcBef>
                <a:spcPts val="0"/>
              </a:spcBef>
              <a:spcAft>
                <a:spcPts val="0"/>
              </a:spcAft>
              <a:buNone/>
            </a:pPr>
            <a:r>
              <a:rPr lang="en-US" sz="7542" b="1" i="0" u="none" strike="noStrike" cap="none" dirty="0">
                <a:solidFill>
                  <a:srgbClr val="6C1860"/>
                </a:solidFill>
                <a:latin typeface="Arial"/>
                <a:ea typeface="Arial"/>
                <a:cs typeface="Arial"/>
                <a:sym typeface="Arial"/>
              </a:rPr>
              <a:t>Research problem</a:t>
            </a:r>
            <a:endParaRPr b="1" dirty="0"/>
          </a:p>
        </p:txBody>
      </p:sp>
      <p:pic>
        <p:nvPicPr>
          <p:cNvPr id="2" name="Imagem 1" descr="Diagrama&#10;&#10;Descrição gerada automaticamente">
            <a:extLst>
              <a:ext uri="{FF2B5EF4-FFF2-40B4-BE49-F238E27FC236}">
                <a16:creationId xmlns:a16="http://schemas.microsoft.com/office/drawing/2014/main" id="{BCD60580-8240-880F-933B-848858CDAD15}"/>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292" b="90190" l="853" r="98437">
                        <a14:foregroundMark x1="74758" y1="8680" x2="78340" y2="5692"/>
                        <a14:foregroundMark x1="81609" y1="2987" x2="83570" y2="1292"/>
                        <a14:foregroundMark x1="2615" y1="67017" x2="881" y2="68672"/>
                        <a14:foregroundMark x1="40478" y1="89948" x2="48096" y2="90190"/>
                        <a14:foregroundMark x1="87379" y1="89382" x2="96020" y2="89261"/>
                        <a14:foregroundMark x1="91501" y1="69721" x2="98437" y2="76706"/>
                        <a14:foregroundMark x1="98437" y1="76706" x2="96020" y2="88494"/>
                        <a14:foregroundMark x1="67823" y1="87808" x2="67339" y2="88938"/>
                        <a14:foregroundMark x1="69471" y1="75898" x2="70182" y2="74526"/>
                        <a14:foregroundMark x1="22030" y1="26524" x2="14980" y2="28179"/>
                        <a14:backgroundMark x1="29022" y1="47679" x2="28226" y2="48446"/>
                        <a14:backgroundMark x1="25497" y1="50545" x2="25441" y2="50706"/>
                        <a14:backgroundMark x1="22314" y1="53008" x2="21745" y2="53977"/>
                        <a14:backgroundMark x1="32717" y1="44732" x2="33485" y2="44610"/>
                        <a14:backgroundMark x1="19727" y1="55309" x2="18164" y2="56318"/>
                        <a14:backgroundMark x1="16572" y1="58216" x2="15208" y2="59023"/>
                        <a14:backgroundMark x1="13786" y1="60719" x2="11967" y2="61365"/>
                        <a14:backgroundMark x1="10318" y1="63181" x2="8954" y2="63948"/>
                        <a14:backgroundMark x1="7391" y1="65523" x2="5486" y2="66895"/>
                        <a14:backgroundMark x1="39312" y1="38999" x2="42240" y2="37182"/>
                        <a14:backgroundMark x1="44144" y1="35285" x2="45480" y2="34396"/>
                        <a14:backgroundMark x1="47072" y1="32822" x2="48408" y2="31893"/>
                        <a14:backgroundMark x1="49829" y1="30561" x2="50853" y2="29189"/>
                        <a14:backgroundMark x1="53070" y1="27735" x2="54520" y2="26726"/>
                        <a14:backgroundMark x1="55941" y1="25474" x2="58783" y2="23698"/>
                        <a14:backgroundMark x1="60205" y1="21881" x2="62024" y2="20670"/>
                        <a14:backgroundMark x1="65208" y1="17844" x2="67339" y2="16512"/>
                        <a14:backgroundMark x1="69244" y1="14130" x2="70040" y2="14009"/>
                        <a14:backgroundMark x1="71632" y1="12798" x2="72257" y2="12233"/>
                        <a14:backgroundMark x1="74957" y1="10295" x2="78198" y2="7590"/>
                        <a14:backgroundMark x1="80330" y1="5127" x2="80813" y2="5571"/>
                        <a14:backgroundMark x1="82319" y1="3795" x2="82945" y2="3674"/>
                        <a14:backgroundMark x1="32177" y1="29673" x2="32575" y2="32459"/>
                        <a14:backgroundMark x1="36356" y1="42148" x2="36612" y2="42269"/>
                        <a14:backgroundMark x1="62194" y1="23819" x2="62194" y2="23819"/>
                        <a14:backgroundMark x1="64497" y1="21760" x2="65037" y2="21679"/>
                        <a14:backgroundMark x1="66856" y1="21760" x2="67112" y2="21760"/>
                        <a14:backgroundMark x1="27032" y1="26524" x2="23366" y2="27735"/>
                        <a14:backgroundMark x1="25981" y1="26403" x2="23621" y2="27170"/>
                        <a14:backgroundMark x1="34792" y1="21760" x2="37806" y2="16270"/>
                        <a14:backgroundMark x1="30273" y1="46306" x2="30273" y2="45862"/>
                        <a14:backgroundMark x1="41444" y1="40452" x2="42553" y2="39322"/>
                        <a14:backgroundMark x1="62194" y1="16714" x2="61626" y2="16835"/>
                      </a14:backgroundRemoval>
                    </a14:imgEffect>
                  </a14:imgLayer>
                </a14:imgProps>
              </a:ext>
              <a:ext uri="{28A0092B-C50C-407E-A947-70E740481C1C}">
                <a14:useLocalDpi xmlns:a14="http://schemas.microsoft.com/office/drawing/2010/main" val="0"/>
              </a:ext>
            </a:extLst>
          </a:blip>
          <a:stretch>
            <a:fillRect/>
          </a:stretch>
        </p:blipFill>
        <p:spPr>
          <a:xfrm>
            <a:off x="1028700" y="2370503"/>
            <a:ext cx="10935145" cy="7700338"/>
          </a:xfrm>
          <a:prstGeom prst="rect">
            <a:avLst/>
          </a:prstGeom>
        </p:spPr>
      </p:pic>
      <p:sp>
        <p:nvSpPr>
          <p:cNvPr id="57" name="CaixaDeTexto 56">
            <a:extLst>
              <a:ext uri="{FF2B5EF4-FFF2-40B4-BE49-F238E27FC236}">
                <a16:creationId xmlns:a16="http://schemas.microsoft.com/office/drawing/2014/main" id="{9200C872-BF9B-F6B3-F8D1-DA3BF43D7B89}"/>
              </a:ext>
            </a:extLst>
          </p:cNvPr>
          <p:cNvSpPr txBox="1"/>
          <p:nvPr/>
        </p:nvSpPr>
        <p:spPr>
          <a:xfrm>
            <a:off x="6632762" y="7639498"/>
            <a:ext cx="3643946" cy="553998"/>
          </a:xfrm>
          <a:prstGeom prst="rect">
            <a:avLst/>
          </a:prstGeom>
          <a:noFill/>
        </p:spPr>
        <p:txBody>
          <a:bodyPr wrap="none" rtlCol="0">
            <a:spAutoFit/>
          </a:bodyPr>
          <a:lstStyle/>
          <a:p>
            <a:r>
              <a:rPr lang="pt-BR" sz="3000" b="1" dirty="0" err="1">
                <a:solidFill>
                  <a:srgbClr val="FF0000"/>
                </a:solidFill>
              </a:rPr>
              <a:t>Transverse</a:t>
            </a:r>
            <a:r>
              <a:rPr lang="pt-BR" sz="3000" b="1" dirty="0"/>
              <a:t> </a:t>
            </a:r>
            <a:r>
              <a:rPr lang="pt-BR" sz="3000" b="1" dirty="0" err="1">
                <a:solidFill>
                  <a:srgbClr val="FF0000"/>
                </a:solidFill>
              </a:rPr>
              <a:t>Gallery</a:t>
            </a:r>
            <a:endParaRPr lang="pt-BR" sz="3000" b="1" dirty="0">
              <a:solidFill>
                <a:srgbClr val="FF0000"/>
              </a:solidFill>
            </a:endParaRPr>
          </a:p>
        </p:txBody>
      </p:sp>
      <p:cxnSp>
        <p:nvCxnSpPr>
          <p:cNvPr id="58" name="Conector reto 57">
            <a:extLst>
              <a:ext uri="{FF2B5EF4-FFF2-40B4-BE49-F238E27FC236}">
                <a16:creationId xmlns:a16="http://schemas.microsoft.com/office/drawing/2014/main" id="{D3242D1D-B31D-B6FA-C4CC-91E0786EF4AC}"/>
              </a:ext>
            </a:extLst>
          </p:cNvPr>
          <p:cNvCxnSpPr>
            <a:cxnSpLocks/>
          </p:cNvCxnSpPr>
          <p:nvPr/>
        </p:nvCxnSpPr>
        <p:spPr>
          <a:xfrm>
            <a:off x="3681351" y="6416412"/>
            <a:ext cx="244219" cy="223148"/>
          </a:xfrm>
          <a:prstGeom prst="line">
            <a:avLst/>
          </a:prstGeom>
        </p:spPr>
        <p:style>
          <a:lnRef idx="1">
            <a:schemeClr val="dk1"/>
          </a:lnRef>
          <a:fillRef idx="0">
            <a:schemeClr val="dk1"/>
          </a:fillRef>
          <a:effectRef idx="0">
            <a:schemeClr val="dk1"/>
          </a:effectRef>
          <a:fontRef idx="minor">
            <a:schemeClr val="tx1"/>
          </a:fontRef>
        </p:style>
      </p:cxnSp>
      <p:cxnSp>
        <p:nvCxnSpPr>
          <p:cNvPr id="59" name="Conector reto 58">
            <a:extLst>
              <a:ext uri="{FF2B5EF4-FFF2-40B4-BE49-F238E27FC236}">
                <a16:creationId xmlns:a16="http://schemas.microsoft.com/office/drawing/2014/main" id="{39C7AA22-AB69-8445-DB0E-4018C25A3CCB}"/>
              </a:ext>
            </a:extLst>
          </p:cNvPr>
          <p:cNvCxnSpPr>
            <a:cxnSpLocks/>
          </p:cNvCxnSpPr>
          <p:nvPr/>
        </p:nvCxnSpPr>
        <p:spPr>
          <a:xfrm>
            <a:off x="3925570" y="6639560"/>
            <a:ext cx="4791710" cy="0"/>
          </a:xfrm>
          <a:prstGeom prst="line">
            <a:avLst/>
          </a:prstGeom>
        </p:spPr>
        <p:style>
          <a:lnRef idx="1">
            <a:schemeClr val="dk1"/>
          </a:lnRef>
          <a:fillRef idx="0">
            <a:schemeClr val="dk1"/>
          </a:fillRef>
          <a:effectRef idx="0">
            <a:schemeClr val="dk1"/>
          </a:effectRef>
          <a:fontRef idx="minor">
            <a:schemeClr val="tx1"/>
          </a:fontRef>
        </p:style>
      </p:cxnSp>
      <p:sp>
        <p:nvSpPr>
          <p:cNvPr id="61" name="CaixaDeTexto 60">
            <a:extLst>
              <a:ext uri="{FF2B5EF4-FFF2-40B4-BE49-F238E27FC236}">
                <a16:creationId xmlns:a16="http://schemas.microsoft.com/office/drawing/2014/main" id="{0A8FA509-F0F8-ACB1-2291-92C0A7EC0FD2}"/>
              </a:ext>
            </a:extLst>
          </p:cNvPr>
          <p:cNvSpPr txBox="1"/>
          <p:nvPr/>
        </p:nvSpPr>
        <p:spPr>
          <a:xfrm>
            <a:off x="4389819" y="6085562"/>
            <a:ext cx="3643946" cy="553998"/>
          </a:xfrm>
          <a:prstGeom prst="rect">
            <a:avLst/>
          </a:prstGeom>
          <a:noFill/>
        </p:spPr>
        <p:txBody>
          <a:bodyPr wrap="none" rtlCol="0">
            <a:spAutoFit/>
          </a:bodyPr>
          <a:lstStyle/>
          <a:p>
            <a:r>
              <a:rPr lang="pt-BR" sz="3000" b="1" dirty="0" err="1">
                <a:solidFill>
                  <a:srgbClr val="FF0000"/>
                </a:solidFill>
              </a:rPr>
              <a:t>Transverse</a:t>
            </a:r>
            <a:r>
              <a:rPr lang="pt-BR" sz="3000" b="1" dirty="0"/>
              <a:t> </a:t>
            </a:r>
            <a:r>
              <a:rPr lang="pt-BR" sz="3000" b="1" dirty="0" err="1">
                <a:solidFill>
                  <a:srgbClr val="FF0000"/>
                </a:solidFill>
              </a:rPr>
              <a:t>Gallery</a:t>
            </a:r>
            <a:endParaRPr lang="pt-BR" sz="3000" b="1" dirty="0">
              <a:solidFill>
                <a:srgbClr val="FF0000"/>
              </a:solidFill>
            </a:endParaRPr>
          </a:p>
        </p:txBody>
      </p:sp>
      <p:sp>
        <p:nvSpPr>
          <p:cNvPr id="63" name="CaixaDeTexto 62">
            <a:extLst>
              <a:ext uri="{FF2B5EF4-FFF2-40B4-BE49-F238E27FC236}">
                <a16:creationId xmlns:a16="http://schemas.microsoft.com/office/drawing/2014/main" id="{69F5B8CF-3AE9-9CA2-BC6D-1E2F0261CCAB}"/>
              </a:ext>
            </a:extLst>
          </p:cNvPr>
          <p:cNvSpPr txBox="1"/>
          <p:nvPr/>
        </p:nvSpPr>
        <p:spPr>
          <a:xfrm>
            <a:off x="7597037" y="5050748"/>
            <a:ext cx="3307286" cy="1015663"/>
          </a:xfrm>
          <a:prstGeom prst="rect">
            <a:avLst/>
          </a:prstGeom>
          <a:noFill/>
        </p:spPr>
        <p:txBody>
          <a:bodyPr wrap="square" rtlCol="0">
            <a:spAutoFit/>
          </a:bodyPr>
          <a:lstStyle/>
          <a:p>
            <a:pPr algn="ctr"/>
            <a:r>
              <a:rPr lang="pt-BR" sz="3000" dirty="0" err="1"/>
              <a:t>Emergency</a:t>
            </a:r>
            <a:r>
              <a:rPr lang="pt-BR" sz="3000" dirty="0"/>
              <a:t> </a:t>
            </a:r>
          </a:p>
          <a:p>
            <a:pPr algn="ctr"/>
            <a:r>
              <a:rPr lang="pt-BR" sz="3000" dirty="0"/>
              <a:t>stop </a:t>
            </a:r>
            <a:r>
              <a:rPr lang="pt-BR" sz="3000" dirty="0" err="1"/>
              <a:t>stations</a:t>
            </a:r>
            <a:endParaRPr lang="pt-BR" sz="3000" dirty="0"/>
          </a:p>
        </p:txBody>
      </p:sp>
      <p:cxnSp>
        <p:nvCxnSpPr>
          <p:cNvPr id="64" name="Conector reto 63">
            <a:extLst>
              <a:ext uri="{FF2B5EF4-FFF2-40B4-BE49-F238E27FC236}">
                <a16:creationId xmlns:a16="http://schemas.microsoft.com/office/drawing/2014/main" id="{D3566A9D-2312-A535-A344-BEAE30A7A5CF}"/>
              </a:ext>
            </a:extLst>
          </p:cNvPr>
          <p:cNvCxnSpPr>
            <a:cxnSpLocks/>
          </p:cNvCxnSpPr>
          <p:nvPr/>
        </p:nvCxnSpPr>
        <p:spPr>
          <a:xfrm>
            <a:off x="5579213" y="5585593"/>
            <a:ext cx="4791710" cy="0"/>
          </a:xfrm>
          <a:prstGeom prst="line">
            <a:avLst/>
          </a:prstGeom>
        </p:spPr>
        <p:style>
          <a:lnRef idx="1">
            <a:schemeClr val="dk1"/>
          </a:lnRef>
          <a:fillRef idx="0">
            <a:schemeClr val="dk1"/>
          </a:fillRef>
          <a:effectRef idx="0">
            <a:schemeClr val="dk1"/>
          </a:effectRef>
          <a:fontRef idx="minor">
            <a:schemeClr val="tx1"/>
          </a:fontRef>
        </p:style>
      </p:cxnSp>
      <p:cxnSp>
        <p:nvCxnSpPr>
          <p:cNvPr id="65" name="Conector reto 64">
            <a:extLst>
              <a:ext uri="{FF2B5EF4-FFF2-40B4-BE49-F238E27FC236}">
                <a16:creationId xmlns:a16="http://schemas.microsoft.com/office/drawing/2014/main" id="{C3327F1F-671F-90D0-0B3F-C984866E2F98}"/>
              </a:ext>
            </a:extLst>
          </p:cNvPr>
          <p:cNvCxnSpPr>
            <a:cxnSpLocks/>
          </p:cNvCxnSpPr>
          <p:nvPr/>
        </p:nvCxnSpPr>
        <p:spPr>
          <a:xfrm flipV="1">
            <a:off x="3925570" y="5585593"/>
            <a:ext cx="3862070" cy="335280"/>
          </a:xfrm>
          <a:prstGeom prst="line">
            <a:avLst/>
          </a:prstGeom>
        </p:spPr>
        <p:style>
          <a:lnRef idx="1">
            <a:schemeClr val="dk1"/>
          </a:lnRef>
          <a:fillRef idx="0">
            <a:schemeClr val="dk1"/>
          </a:fillRef>
          <a:effectRef idx="0">
            <a:schemeClr val="dk1"/>
          </a:effectRef>
          <a:fontRef idx="minor">
            <a:schemeClr val="tx1"/>
          </a:fontRef>
        </p:style>
      </p:cxnSp>
      <p:sp>
        <p:nvSpPr>
          <p:cNvPr id="68" name="CaixaDeTexto 67">
            <a:extLst>
              <a:ext uri="{FF2B5EF4-FFF2-40B4-BE49-F238E27FC236}">
                <a16:creationId xmlns:a16="http://schemas.microsoft.com/office/drawing/2014/main" id="{16C78660-0A4D-ADFB-3211-6DC1D2ECE691}"/>
              </a:ext>
            </a:extLst>
          </p:cNvPr>
          <p:cNvSpPr txBox="1"/>
          <p:nvPr/>
        </p:nvSpPr>
        <p:spPr>
          <a:xfrm>
            <a:off x="10370923" y="3477661"/>
            <a:ext cx="2659277" cy="1015663"/>
          </a:xfrm>
          <a:prstGeom prst="rect">
            <a:avLst/>
          </a:prstGeom>
          <a:noFill/>
        </p:spPr>
        <p:txBody>
          <a:bodyPr wrap="square" rtlCol="0">
            <a:spAutoFit/>
          </a:bodyPr>
          <a:lstStyle/>
          <a:p>
            <a:pPr algn="ctr"/>
            <a:r>
              <a:rPr lang="pt-BR" sz="3000" dirty="0"/>
              <a:t>Access </a:t>
            </a:r>
            <a:r>
              <a:rPr lang="pt-BR" sz="3000" dirty="0" err="1"/>
              <a:t>tunnel</a:t>
            </a:r>
            <a:r>
              <a:rPr lang="pt-BR" sz="3000" dirty="0"/>
              <a:t> </a:t>
            </a:r>
            <a:r>
              <a:rPr lang="pt-BR" sz="3000" dirty="0" err="1"/>
              <a:t>Faido</a:t>
            </a:r>
            <a:endParaRPr lang="pt-BR" sz="3000" dirty="0"/>
          </a:p>
        </p:txBody>
      </p:sp>
      <p:sp>
        <p:nvSpPr>
          <p:cNvPr id="69" name="CaixaDeTexto 68">
            <a:extLst>
              <a:ext uri="{FF2B5EF4-FFF2-40B4-BE49-F238E27FC236}">
                <a16:creationId xmlns:a16="http://schemas.microsoft.com/office/drawing/2014/main" id="{B50E3D5E-2B98-8096-2D51-472AE17EB9C6}"/>
              </a:ext>
            </a:extLst>
          </p:cNvPr>
          <p:cNvSpPr txBox="1"/>
          <p:nvPr/>
        </p:nvSpPr>
        <p:spPr>
          <a:xfrm>
            <a:off x="10634207" y="2124681"/>
            <a:ext cx="2659276" cy="553998"/>
          </a:xfrm>
          <a:prstGeom prst="rect">
            <a:avLst/>
          </a:prstGeom>
          <a:noFill/>
        </p:spPr>
        <p:txBody>
          <a:bodyPr wrap="square" rtlCol="0">
            <a:spAutoFit/>
          </a:bodyPr>
          <a:lstStyle/>
          <a:p>
            <a:pPr algn="ctr"/>
            <a:r>
              <a:rPr lang="pt-BR" sz="3000" dirty="0" err="1"/>
              <a:t>Bodio</a:t>
            </a:r>
            <a:r>
              <a:rPr lang="pt-BR" sz="3000" dirty="0"/>
              <a:t> Portal</a:t>
            </a:r>
          </a:p>
        </p:txBody>
      </p:sp>
      <p:sp>
        <p:nvSpPr>
          <p:cNvPr id="70" name="CaixaDeTexto 69">
            <a:extLst>
              <a:ext uri="{FF2B5EF4-FFF2-40B4-BE49-F238E27FC236}">
                <a16:creationId xmlns:a16="http://schemas.microsoft.com/office/drawing/2014/main" id="{FE97E01B-4B6E-6A4B-E8FA-09CF1A6848D1}"/>
              </a:ext>
            </a:extLst>
          </p:cNvPr>
          <p:cNvSpPr txBox="1"/>
          <p:nvPr/>
        </p:nvSpPr>
        <p:spPr>
          <a:xfrm>
            <a:off x="1028700" y="3695277"/>
            <a:ext cx="2681565" cy="553998"/>
          </a:xfrm>
          <a:prstGeom prst="rect">
            <a:avLst/>
          </a:prstGeom>
          <a:noFill/>
        </p:spPr>
        <p:txBody>
          <a:bodyPr wrap="square" rtlCol="0">
            <a:spAutoFit/>
          </a:bodyPr>
          <a:lstStyle/>
          <a:p>
            <a:pPr algn="ctr"/>
            <a:r>
              <a:rPr lang="pt-BR" sz="3000" dirty="0" err="1"/>
              <a:t>Shafts</a:t>
            </a:r>
            <a:r>
              <a:rPr lang="pt-BR" sz="3000" dirty="0"/>
              <a:t> </a:t>
            </a:r>
            <a:r>
              <a:rPr lang="pt-BR" sz="3000" dirty="0" err="1"/>
              <a:t>Sedrun</a:t>
            </a:r>
            <a:endParaRPr lang="pt-BR" sz="3000" dirty="0"/>
          </a:p>
        </p:txBody>
      </p:sp>
      <p:sp>
        <p:nvSpPr>
          <p:cNvPr id="71" name="CaixaDeTexto 70">
            <a:extLst>
              <a:ext uri="{FF2B5EF4-FFF2-40B4-BE49-F238E27FC236}">
                <a16:creationId xmlns:a16="http://schemas.microsoft.com/office/drawing/2014/main" id="{BEB0C450-227B-B4D4-91C6-1DA9E5CF5334}"/>
              </a:ext>
            </a:extLst>
          </p:cNvPr>
          <p:cNvSpPr txBox="1"/>
          <p:nvPr/>
        </p:nvSpPr>
        <p:spPr>
          <a:xfrm>
            <a:off x="102744" y="6362561"/>
            <a:ext cx="1898048" cy="1015663"/>
          </a:xfrm>
          <a:prstGeom prst="rect">
            <a:avLst/>
          </a:prstGeom>
          <a:noFill/>
        </p:spPr>
        <p:txBody>
          <a:bodyPr wrap="square" rtlCol="0">
            <a:spAutoFit/>
          </a:bodyPr>
          <a:lstStyle/>
          <a:p>
            <a:pPr algn="ctr"/>
            <a:r>
              <a:rPr lang="pt-BR" sz="3000" dirty="0" err="1"/>
              <a:t>Erstfeld</a:t>
            </a:r>
            <a:r>
              <a:rPr lang="pt-BR" sz="3000" dirty="0"/>
              <a:t> Portal</a:t>
            </a:r>
          </a:p>
        </p:txBody>
      </p:sp>
      <p:sp>
        <p:nvSpPr>
          <p:cNvPr id="72" name="CaixaDeTexto 71">
            <a:extLst>
              <a:ext uri="{FF2B5EF4-FFF2-40B4-BE49-F238E27FC236}">
                <a16:creationId xmlns:a16="http://schemas.microsoft.com/office/drawing/2014/main" id="{44DDC777-EDD0-F77E-30FC-B86844F9D753}"/>
              </a:ext>
            </a:extLst>
          </p:cNvPr>
          <p:cNvSpPr txBox="1"/>
          <p:nvPr/>
        </p:nvSpPr>
        <p:spPr>
          <a:xfrm>
            <a:off x="1685231" y="8193496"/>
            <a:ext cx="2704588" cy="1015663"/>
          </a:xfrm>
          <a:prstGeom prst="rect">
            <a:avLst/>
          </a:prstGeom>
          <a:noFill/>
        </p:spPr>
        <p:txBody>
          <a:bodyPr wrap="none" rtlCol="0">
            <a:spAutoFit/>
          </a:bodyPr>
          <a:lstStyle/>
          <a:p>
            <a:pPr algn="ctr"/>
            <a:r>
              <a:rPr lang="pt-BR" sz="3000" dirty="0" err="1"/>
              <a:t>Tunnel</a:t>
            </a:r>
            <a:r>
              <a:rPr lang="pt-BR" sz="3000" dirty="0"/>
              <a:t> Access</a:t>
            </a:r>
          </a:p>
          <a:p>
            <a:pPr algn="ctr"/>
            <a:r>
              <a:rPr lang="pt-BR" sz="3000" dirty="0" err="1"/>
              <a:t>Amsteg</a:t>
            </a:r>
            <a:endParaRPr lang="pt-BR" sz="3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6"/>
        <p:cNvGrpSpPr/>
        <p:nvPr/>
      </p:nvGrpSpPr>
      <p:grpSpPr>
        <a:xfrm>
          <a:off x="0" y="0"/>
          <a:ext cx="0" cy="0"/>
          <a:chOff x="0" y="0"/>
          <a:chExt cx="0" cy="0"/>
        </a:xfrm>
      </p:grpSpPr>
      <p:sp>
        <p:nvSpPr>
          <p:cNvPr id="103" name="Google Shape;103;p2"/>
          <p:cNvSpPr txBox="1"/>
          <p:nvPr/>
        </p:nvSpPr>
        <p:spPr>
          <a:xfrm>
            <a:off x="1028700" y="631768"/>
            <a:ext cx="4995913" cy="1624868"/>
          </a:xfrm>
          <a:prstGeom prst="rect">
            <a:avLst/>
          </a:prstGeom>
          <a:noFill/>
          <a:ln>
            <a:noFill/>
          </a:ln>
        </p:spPr>
        <p:txBody>
          <a:bodyPr spcFirstLastPara="1" wrap="square" lIns="0" tIns="0" rIns="0" bIns="0" anchor="t" anchorCtr="0">
            <a:spAutoFit/>
          </a:bodyPr>
          <a:lstStyle/>
          <a:p>
            <a:pPr marL="0" marR="0" lvl="0" indent="0" algn="l" rtl="0">
              <a:lnSpc>
                <a:spcPct val="139989"/>
              </a:lnSpc>
              <a:spcBef>
                <a:spcPts val="0"/>
              </a:spcBef>
              <a:spcAft>
                <a:spcPts val="0"/>
              </a:spcAft>
              <a:buNone/>
            </a:pPr>
            <a:r>
              <a:rPr lang="en-US" sz="7542" b="1" i="0" u="none" strike="noStrike" cap="none" dirty="0" err="1">
                <a:solidFill>
                  <a:srgbClr val="6C1860"/>
                </a:solidFill>
                <a:latin typeface="Arial"/>
                <a:ea typeface="Arial"/>
                <a:cs typeface="Arial"/>
                <a:sym typeface="Arial"/>
              </a:rPr>
              <a:t>Objetive</a:t>
            </a:r>
            <a:endParaRPr b="1" dirty="0"/>
          </a:p>
        </p:txBody>
      </p:sp>
      <p:sp>
        <p:nvSpPr>
          <p:cNvPr id="104" name="Google Shape;104;p2"/>
          <p:cNvSpPr txBox="1"/>
          <p:nvPr/>
        </p:nvSpPr>
        <p:spPr>
          <a:xfrm>
            <a:off x="1028700" y="2292600"/>
            <a:ext cx="14135745" cy="1938992"/>
          </a:xfrm>
          <a:prstGeom prst="rect">
            <a:avLst/>
          </a:prstGeom>
          <a:noFill/>
          <a:ln>
            <a:noFill/>
          </a:ln>
        </p:spPr>
        <p:txBody>
          <a:bodyPr spcFirstLastPara="1" wrap="square" lIns="0" tIns="0" rIns="0" bIns="0" anchor="t" anchorCtr="0">
            <a:spAutoFit/>
          </a:bodyPr>
          <a:lstStyle/>
          <a:p>
            <a:pPr lvl="0" algn="just">
              <a:lnSpc>
                <a:spcPct val="140000"/>
              </a:lnSpc>
            </a:pPr>
            <a:r>
              <a:rPr lang="en-US" sz="3000" dirty="0"/>
              <a:t>Present a study of the differences in the anisotropic redistribution of lining pressures due to the presence of the twin tunnel and transverse galleries, considering different friction angles in the rock mass and comparing elastic and viscoelastic linings.</a:t>
            </a:r>
          </a:p>
        </p:txBody>
      </p:sp>
      <p:sp>
        <p:nvSpPr>
          <p:cNvPr id="3" name="Espaço Reservado para Número de Slide 2">
            <a:extLst>
              <a:ext uri="{FF2B5EF4-FFF2-40B4-BE49-F238E27FC236}">
                <a16:creationId xmlns:a16="http://schemas.microsoft.com/office/drawing/2014/main" id="{9CB3CA90-8ABA-EAB6-E372-AB2B66E20681}"/>
              </a:ext>
            </a:extLst>
          </p:cNvPr>
          <p:cNvSpPr>
            <a:spLocks noGrp="1"/>
          </p:cNvSpPr>
          <p:nvPr>
            <p:ph type="sldNum" idx="12"/>
          </p:nvPr>
        </p:nvSpPr>
        <p:spPr>
          <a:xfrm>
            <a:off x="17701146" y="157461"/>
            <a:ext cx="416257" cy="365125"/>
          </a:xfrm>
        </p:spPr>
        <p:txBody>
          <a:bodyPr/>
          <a:lstStyle/>
          <a:p>
            <a:pPr marL="0" lvl="0" indent="0" algn="r" rtl="0">
              <a:spcBef>
                <a:spcPts val="0"/>
              </a:spcBef>
              <a:spcAft>
                <a:spcPts val="0"/>
              </a:spcAft>
              <a:buNone/>
            </a:pPr>
            <a:fld id="{00000000-1234-1234-1234-123412341234}" type="slidenum">
              <a:rPr lang="en-US" sz="2400" smtClean="0">
                <a:solidFill>
                  <a:srgbClr val="FFF4F3"/>
                </a:solidFill>
              </a:rPr>
              <a:t>4</a:t>
            </a:fld>
            <a:endParaRPr lang="en-US" sz="1800" dirty="0">
              <a:solidFill>
                <a:srgbClr val="FFF4F3"/>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20"/>
        <p:cNvGrpSpPr/>
        <p:nvPr/>
      </p:nvGrpSpPr>
      <p:grpSpPr>
        <a:xfrm>
          <a:off x="0" y="0"/>
          <a:ext cx="0" cy="0"/>
          <a:chOff x="0" y="0"/>
          <a:chExt cx="0" cy="0"/>
        </a:xfrm>
      </p:grpSpPr>
      <p:sp>
        <p:nvSpPr>
          <p:cNvPr id="128" name="Google Shape;128;p4"/>
          <p:cNvSpPr txBox="1"/>
          <p:nvPr/>
        </p:nvSpPr>
        <p:spPr>
          <a:xfrm>
            <a:off x="1028700" y="2292600"/>
            <a:ext cx="14135745" cy="646331"/>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US" sz="3000" b="1" i="0" u="none" strike="noStrike" cap="none" dirty="0">
                <a:solidFill>
                  <a:srgbClr val="000000"/>
                </a:solidFill>
                <a:latin typeface="Arial"/>
                <a:ea typeface="Arial"/>
                <a:cs typeface="Arial"/>
                <a:sym typeface="Arial"/>
              </a:rPr>
              <a:t>Schematic representation of the geometry problem:</a:t>
            </a:r>
          </a:p>
        </p:txBody>
      </p:sp>
      <p:sp>
        <p:nvSpPr>
          <p:cNvPr id="5" name="Espaço Reservado para Número de Slide 2">
            <a:extLst>
              <a:ext uri="{FF2B5EF4-FFF2-40B4-BE49-F238E27FC236}">
                <a16:creationId xmlns:a16="http://schemas.microsoft.com/office/drawing/2014/main" id="{CA1018EF-5666-130C-9E90-7C5DA24786D8}"/>
              </a:ext>
            </a:extLst>
          </p:cNvPr>
          <p:cNvSpPr>
            <a:spLocks noGrp="1"/>
          </p:cNvSpPr>
          <p:nvPr>
            <p:ph type="sldNum" idx="12"/>
          </p:nvPr>
        </p:nvSpPr>
        <p:spPr>
          <a:xfrm>
            <a:off x="17701146" y="157461"/>
            <a:ext cx="416257" cy="365125"/>
          </a:xfrm>
        </p:spPr>
        <p:txBody>
          <a:bodyPr/>
          <a:lstStyle/>
          <a:p>
            <a:pPr marL="0" lvl="0" indent="0" algn="r" rtl="0">
              <a:spcBef>
                <a:spcPts val="0"/>
              </a:spcBef>
              <a:spcAft>
                <a:spcPts val="0"/>
              </a:spcAft>
              <a:buNone/>
            </a:pPr>
            <a:fld id="{00000000-1234-1234-1234-123412341234}" type="slidenum">
              <a:rPr lang="en-US" sz="2400" smtClean="0">
                <a:solidFill>
                  <a:srgbClr val="FFF4F3"/>
                </a:solidFill>
              </a:rPr>
              <a:t>5</a:t>
            </a:fld>
            <a:endParaRPr lang="en-US" sz="1800" dirty="0">
              <a:solidFill>
                <a:srgbClr val="FFF4F3"/>
              </a:solidFill>
            </a:endParaRPr>
          </a:p>
        </p:txBody>
      </p:sp>
      <p:sp>
        <p:nvSpPr>
          <p:cNvPr id="6" name="Google Shape;103;p2">
            <a:extLst>
              <a:ext uri="{FF2B5EF4-FFF2-40B4-BE49-F238E27FC236}">
                <a16:creationId xmlns:a16="http://schemas.microsoft.com/office/drawing/2014/main" id="{78C9D14A-1A4E-5473-2D6B-94CF55E8885C}"/>
              </a:ext>
            </a:extLst>
          </p:cNvPr>
          <p:cNvSpPr txBox="1"/>
          <p:nvPr/>
        </p:nvSpPr>
        <p:spPr>
          <a:xfrm>
            <a:off x="1028700" y="631768"/>
            <a:ext cx="4995913" cy="1624868"/>
          </a:xfrm>
          <a:prstGeom prst="rect">
            <a:avLst/>
          </a:prstGeom>
          <a:noFill/>
          <a:ln>
            <a:noFill/>
          </a:ln>
        </p:spPr>
        <p:txBody>
          <a:bodyPr spcFirstLastPara="1" wrap="square" lIns="0" tIns="0" rIns="0" bIns="0" anchor="t" anchorCtr="0">
            <a:spAutoFit/>
          </a:bodyPr>
          <a:lstStyle/>
          <a:p>
            <a:pPr marL="0" marR="0" lvl="0" indent="0" algn="l" rtl="0">
              <a:lnSpc>
                <a:spcPct val="139989"/>
              </a:lnSpc>
              <a:spcBef>
                <a:spcPts val="0"/>
              </a:spcBef>
              <a:spcAft>
                <a:spcPts val="0"/>
              </a:spcAft>
              <a:buNone/>
            </a:pPr>
            <a:r>
              <a:rPr lang="en-US" sz="7542" b="1" i="0" u="none" strike="noStrike" cap="none" dirty="0">
                <a:solidFill>
                  <a:srgbClr val="6C1860"/>
                </a:solidFill>
                <a:latin typeface="Arial"/>
                <a:ea typeface="Arial"/>
                <a:cs typeface="Arial"/>
                <a:sym typeface="Arial"/>
              </a:rPr>
              <a:t>F.E Model</a:t>
            </a:r>
            <a:endParaRPr b="1" dirty="0"/>
          </a:p>
        </p:txBody>
      </p:sp>
      <p:pic>
        <p:nvPicPr>
          <p:cNvPr id="3" name="Gráfico 2">
            <a:extLst>
              <a:ext uri="{FF2B5EF4-FFF2-40B4-BE49-F238E27FC236}">
                <a16:creationId xmlns:a16="http://schemas.microsoft.com/office/drawing/2014/main" id="{13803F99-0712-1813-B4A9-CCDA7866A54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2809" y="3359952"/>
            <a:ext cx="15650568" cy="5845008"/>
          </a:xfrm>
          <a:prstGeom prst="rect">
            <a:avLst/>
          </a:prstGeom>
        </p:spPr>
      </p:pic>
      <p:sp>
        <p:nvSpPr>
          <p:cNvPr id="4" name="CaixaDeTexto 3">
            <a:extLst>
              <a:ext uri="{FF2B5EF4-FFF2-40B4-BE49-F238E27FC236}">
                <a16:creationId xmlns:a16="http://schemas.microsoft.com/office/drawing/2014/main" id="{D8B650E8-DEFC-4BB5-37D5-99A1D4943770}"/>
              </a:ext>
            </a:extLst>
          </p:cNvPr>
          <p:cNvSpPr txBox="1"/>
          <p:nvPr/>
        </p:nvSpPr>
        <p:spPr>
          <a:xfrm>
            <a:off x="3185160" y="9448800"/>
            <a:ext cx="3139440" cy="553998"/>
          </a:xfrm>
          <a:prstGeom prst="rect">
            <a:avLst/>
          </a:prstGeom>
          <a:noFill/>
        </p:spPr>
        <p:txBody>
          <a:bodyPr wrap="square" rtlCol="0">
            <a:spAutoFit/>
          </a:bodyPr>
          <a:lstStyle/>
          <a:p>
            <a:pPr algn="ctr"/>
            <a:r>
              <a:rPr lang="pt-BR" sz="3000" dirty="0"/>
              <a:t>Longitudinal </a:t>
            </a:r>
            <a:r>
              <a:rPr lang="pt-BR" sz="3000" dirty="0" err="1"/>
              <a:t>view</a:t>
            </a:r>
            <a:endParaRPr lang="pt-BR" sz="3000" dirty="0"/>
          </a:p>
        </p:txBody>
      </p:sp>
      <p:sp>
        <p:nvSpPr>
          <p:cNvPr id="7" name="CaixaDeTexto 6">
            <a:extLst>
              <a:ext uri="{FF2B5EF4-FFF2-40B4-BE49-F238E27FC236}">
                <a16:creationId xmlns:a16="http://schemas.microsoft.com/office/drawing/2014/main" id="{D425A294-C414-4C0D-FFA6-8616A3055B86}"/>
              </a:ext>
            </a:extLst>
          </p:cNvPr>
          <p:cNvSpPr txBox="1"/>
          <p:nvPr/>
        </p:nvSpPr>
        <p:spPr>
          <a:xfrm>
            <a:off x="11430000" y="9348982"/>
            <a:ext cx="3139440" cy="553998"/>
          </a:xfrm>
          <a:prstGeom prst="rect">
            <a:avLst/>
          </a:prstGeom>
          <a:noFill/>
        </p:spPr>
        <p:txBody>
          <a:bodyPr wrap="square" rtlCol="0">
            <a:spAutoFit/>
          </a:bodyPr>
          <a:lstStyle/>
          <a:p>
            <a:pPr algn="ctr"/>
            <a:r>
              <a:rPr lang="pt-BR" sz="3000" dirty="0"/>
              <a:t>Section A-A’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20">
          <a:extLst>
            <a:ext uri="{FF2B5EF4-FFF2-40B4-BE49-F238E27FC236}">
              <a16:creationId xmlns:a16="http://schemas.microsoft.com/office/drawing/2014/main" id="{1B5D9C6F-A1F2-A002-EA58-C8174CE39D43}"/>
            </a:ext>
          </a:extLst>
        </p:cNvPr>
        <p:cNvGrpSpPr/>
        <p:nvPr/>
      </p:nvGrpSpPr>
      <p:grpSpPr>
        <a:xfrm>
          <a:off x="0" y="0"/>
          <a:ext cx="0" cy="0"/>
          <a:chOff x="0" y="0"/>
          <a:chExt cx="0" cy="0"/>
        </a:xfrm>
      </p:grpSpPr>
      <p:sp>
        <p:nvSpPr>
          <p:cNvPr id="5" name="Espaço Reservado para Número de Slide 2">
            <a:extLst>
              <a:ext uri="{FF2B5EF4-FFF2-40B4-BE49-F238E27FC236}">
                <a16:creationId xmlns:a16="http://schemas.microsoft.com/office/drawing/2014/main" id="{E4B0EA7D-E581-0270-5D53-BAB7D9C8701B}"/>
              </a:ext>
            </a:extLst>
          </p:cNvPr>
          <p:cNvSpPr>
            <a:spLocks noGrp="1"/>
          </p:cNvSpPr>
          <p:nvPr>
            <p:ph type="sldNum" idx="12"/>
          </p:nvPr>
        </p:nvSpPr>
        <p:spPr>
          <a:xfrm>
            <a:off x="17701146" y="157461"/>
            <a:ext cx="416257" cy="365125"/>
          </a:xfrm>
        </p:spPr>
        <p:txBody>
          <a:bodyPr/>
          <a:lstStyle/>
          <a:p>
            <a:pPr marL="0" lvl="0" indent="0" algn="r" rtl="0">
              <a:spcBef>
                <a:spcPts val="0"/>
              </a:spcBef>
              <a:spcAft>
                <a:spcPts val="0"/>
              </a:spcAft>
              <a:buNone/>
            </a:pPr>
            <a:fld id="{00000000-1234-1234-1234-123412341234}" type="slidenum">
              <a:rPr lang="en-US" sz="2400" smtClean="0">
                <a:solidFill>
                  <a:srgbClr val="FFF4F3"/>
                </a:solidFill>
              </a:rPr>
              <a:t>6</a:t>
            </a:fld>
            <a:endParaRPr lang="en-US" sz="1800" dirty="0">
              <a:solidFill>
                <a:srgbClr val="FFF4F3"/>
              </a:solidFill>
            </a:endParaRPr>
          </a:p>
        </p:txBody>
      </p:sp>
      <p:sp>
        <p:nvSpPr>
          <p:cNvPr id="2" name="Google Shape;103;p2">
            <a:extLst>
              <a:ext uri="{FF2B5EF4-FFF2-40B4-BE49-F238E27FC236}">
                <a16:creationId xmlns:a16="http://schemas.microsoft.com/office/drawing/2014/main" id="{42EF4836-B86D-CFCF-BEAA-D737DA977C41}"/>
              </a:ext>
            </a:extLst>
          </p:cNvPr>
          <p:cNvSpPr txBox="1"/>
          <p:nvPr/>
        </p:nvSpPr>
        <p:spPr>
          <a:xfrm>
            <a:off x="1028700" y="631768"/>
            <a:ext cx="4995913" cy="1624868"/>
          </a:xfrm>
          <a:prstGeom prst="rect">
            <a:avLst/>
          </a:prstGeom>
          <a:noFill/>
          <a:ln>
            <a:noFill/>
          </a:ln>
        </p:spPr>
        <p:txBody>
          <a:bodyPr spcFirstLastPara="1" wrap="square" lIns="0" tIns="0" rIns="0" bIns="0" anchor="t" anchorCtr="0">
            <a:spAutoFit/>
          </a:bodyPr>
          <a:lstStyle/>
          <a:p>
            <a:pPr marL="0" marR="0" lvl="0" indent="0" algn="l" rtl="0">
              <a:lnSpc>
                <a:spcPct val="139989"/>
              </a:lnSpc>
              <a:spcBef>
                <a:spcPts val="0"/>
              </a:spcBef>
              <a:spcAft>
                <a:spcPts val="0"/>
              </a:spcAft>
              <a:buNone/>
            </a:pPr>
            <a:r>
              <a:rPr lang="en-US" sz="7542" b="1" i="0" u="none" strike="noStrike" cap="none" dirty="0">
                <a:solidFill>
                  <a:srgbClr val="6C1860"/>
                </a:solidFill>
                <a:latin typeface="Arial"/>
                <a:ea typeface="Arial"/>
                <a:cs typeface="Arial"/>
                <a:sym typeface="Arial"/>
              </a:rPr>
              <a:t>Mesh</a:t>
            </a:r>
            <a:endParaRPr b="1" dirty="0"/>
          </a:p>
        </p:txBody>
      </p:sp>
      <p:pic>
        <p:nvPicPr>
          <p:cNvPr id="4" name="Gráfico 3">
            <a:extLst>
              <a:ext uri="{FF2B5EF4-FFF2-40B4-BE49-F238E27FC236}">
                <a16:creationId xmlns:a16="http://schemas.microsoft.com/office/drawing/2014/main" id="{BA40E8BC-F5D9-E05B-8418-760DCCB057A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955316" y="157461"/>
            <a:ext cx="14167537" cy="9977139"/>
          </a:xfrm>
          <a:prstGeom prst="rect">
            <a:avLst/>
          </a:prstGeom>
        </p:spPr>
      </p:pic>
      <p:sp>
        <p:nvSpPr>
          <p:cNvPr id="6" name="Google Shape;128;p4">
            <a:extLst>
              <a:ext uri="{FF2B5EF4-FFF2-40B4-BE49-F238E27FC236}">
                <a16:creationId xmlns:a16="http://schemas.microsoft.com/office/drawing/2014/main" id="{62DC6746-F486-7798-6B69-99C8069493DA}"/>
              </a:ext>
            </a:extLst>
          </p:cNvPr>
          <p:cNvSpPr txBox="1"/>
          <p:nvPr/>
        </p:nvSpPr>
        <p:spPr>
          <a:xfrm>
            <a:off x="9822181" y="9483208"/>
            <a:ext cx="7597139" cy="646331"/>
          </a:xfrm>
          <a:prstGeom prst="rect">
            <a:avLst/>
          </a:prstGeom>
          <a:noFill/>
          <a:ln>
            <a:noFill/>
          </a:ln>
        </p:spPr>
        <p:txBody>
          <a:bodyPr spcFirstLastPara="1" wrap="square" lIns="0" tIns="0" rIns="0" bIns="0" anchor="t" anchorCtr="0">
            <a:spAutoFit/>
          </a:bodyPr>
          <a:lstStyle/>
          <a:p>
            <a:pPr marL="457200" marR="0" lvl="0" indent="-457200" algn="just" rtl="0">
              <a:lnSpc>
                <a:spcPct val="140000"/>
              </a:lnSpc>
              <a:spcBef>
                <a:spcPts val="0"/>
              </a:spcBef>
              <a:spcAft>
                <a:spcPts val="0"/>
              </a:spcAft>
              <a:buFont typeface="Wingdings" panose="05000000000000000000" pitchFamily="2" charset="2"/>
              <a:buChar char="§"/>
            </a:pPr>
            <a:r>
              <a:rPr lang="en-US" sz="3000" b="0" i="0" u="none" strike="noStrike" cap="none" dirty="0">
                <a:solidFill>
                  <a:srgbClr val="000000"/>
                </a:solidFill>
                <a:latin typeface="Arial"/>
                <a:ea typeface="Arial"/>
                <a:cs typeface="Arial"/>
                <a:sym typeface="Arial"/>
              </a:rPr>
              <a:t>Approximately 617,000 elements</a:t>
            </a:r>
          </a:p>
        </p:txBody>
      </p:sp>
    </p:spTree>
    <p:extLst>
      <p:ext uri="{BB962C8B-B14F-4D97-AF65-F5344CB8AC3E}">
        <p14:creationId xmlns:p14="http://schemas.microsoft.com/office/powerpoint/2010/main" val="6723092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20">
          <a:extLst>
            <a:ext uri="{FF2B5EF4-FFF2-40B4-BE49-F238E27FC236}">
              <a16:creationId xmlns:a16="http://schemas.microsoft.com/office/drawing/2014/main" id="{D5554C9E-D29E-88F2-A0A4-FA6A4DBE6507}"/>
            </a:ext>
          </a:extLst>
        </p:cNvPr>
        <p:cNvGrpSpPr/>
        <p:nvPr/>
      </p:nvGrpSpPr>
      <p:grpSpPr>
        <a:xfrm>
          <a:off x="0" y="0"/>
          <a:ext cx="0" cy="0"/>
          <a:chOff x="0" y="0"/>
          <a:chExt cx="0" cy="0"/>
        </a:xfrm>
      </p:grpSpPr>
      <p:sp>
        <p:nvSpPr>
          <p:cNvPr id="5" name="Espaço Reservado para Número de Slide 2">
            <a:extLst>
              <a:ext uri="{FF2B5EF4-FFF2-40B4-BE49-F238E27FC236}">
                <a16:creationId xmlns:a16="http://schemas.microsoft.com/office/drawing/2014/main" id="{732FBD24-B709-E67C-95BD-3F1336E53449}"/>
              </a:ext>
            </a:extLst>
          </p:cNvPr>
          <p:cNvSpPr>
            <a:spLocks noGrp="1"/>
          </p:cNvSpPr>
          <p:nvPr>
            <p:ph type="sldNum" idx="12"/>
          </p:nvPr>
        </p:nvSpPr>
        <p:spPr>
          <a:xfrm>
            <a:off x="17701146" y="157461"/>
            <a:ext cx="416257" cy="365125"/>
          </a:xfrm>
        </p:spPr>
        <p:txBody>
          <a:bodyPr/>
          <a:lstStyle/>
          <a:p>
            <a:pPr marL="0" lvl="0" indent="0" algn="r" rtl="0">
              <a:spcBef>
                <a:spcPts val="0"/>
              </a:spcBef>
              <a:spcAft>
                <a:spcPts val="0"/>
              </a:spcAft>
              <a:buNone/>
            </a:pPr>
            <a:fld id="{00000000-1234-1234-1234-123412341234}" type="slidenum">
              <a:rPr lang="en-US" sz="2400" smtClean="0">
                <a:solidFill>
                  <a:srgbClr val="FFF4F3"/>
                </a:solidFill>
              </a:rPr>
              <a:t>7</a:t>
            </a:fld>
            <a:endParaRPr lang="en-US" sz="1800" dirty="0">
              <a:solidFill>
                <a:srgbClr val="FFF4F3"/>
              </a:solidFill>
            </a:endParaRPr>
          </a:p>
        </p:txBody>
      </p:sp>
      <p:sp>
        <p:nvSpPr>
          <p:cNvPr id="2" name="Google Shape;103;p2">
            <a:extLst>
              <a:ext uri="{FF2B5EF4-FFF2-40B4-BE49-F238E27FC236}">
                <a16:creationId xmlns:a16="http://schemas.microsoft.com/office/drawing/2014/main" id="{2501AD9E-37BC-B80B-4757-8921328B9293}"/>
              </a:ext>
            </a:extLst>
          </p:cNvPr>
          <p:cNvSpPr txBox="1"/>
          <p:nvPr/>
        </p:nvSpPr>
        <p:spPr>
          <a:xfrm>
            <a:off x="1028700" y="631768"/>
            <a:ext cx="4995913" cy="1624868"/>
          </a:xfrm>
          <a:prstGeom prst="rect">
            <a:avLst/>
          </a:prstGeom>
          <a:noFill/>
          <a:ln>
            <a:noFill/>
          </a:ln>
        </p:spPr>
        <p:txBody>
          <a:bodyPr spcFirstLastPara="1" wrap="square" lIns="0" tIns="0" rIns="0" bIns="0" anchor="t" anchorCtr="0">
            <a:spAutoFit/>
          </a:bodyPr>
          <a:lstStyle/>
          <a:p>
            <a:pPr marL="0" marR="0" lvl="0" indent="0" algn="l" rtl="0">
              <a:lnSpc>
                <a:spcPct val="139989"/>
              </a:lnSpc>
              <a:spcBef>
                <a:spcPts val="0"/>
              </a:spcBef>
              <a:spcAft>
                <a:spcPts val="0"/>
              </a:spcAft>
              <a:buNone/>
            </a:pPr>
            <a:r>
              <a:rPr lang="en-US" sz="7542" b="1" i="0" u="none" strike="noStrike" cap="none" dirty="0">
                <a:solidFill>
                  <a:srgbClr val="6C1860"/>
                </a:solidFill>
                <a:latin typeface="Arial"/>
                <a:ea typeface="Arial"/>
                <a:cs typeface="Arial"/>
                <a:sym typeface="Arial"/>
              </a:rPr>
              <a:t>Mesh</a:t>
            </a:r>
            <a:endParaRPr b="1" dirty="0"/>
          </a:p>
        </p:txBody>
      </p:sp>
      <p:pic>
        <p:nvPicPr>
          <p:cNvPr id="7" name="Gráfico 6">
            <a:extLst>
              <a:ext uri="{FF2B5EF4-FFF2-40B4-BE49-F238E27FC236}">
                <a16:creationId xmlns:a16="http://schemas.microsoft.com/office/drawing/2014/main" id="{0E0E0613-13D5-CE4E-230F-28AE843EAB0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92642" y="2712720"/>
            <a:ext cx="15449374" cy="5989320"/>
          </a:xfrm>
          <a:prstGeom prst="rect">
            <a:avLst/>
          </a:prstGeom>
        </p:spPr>
      </p:pic>
      <p:sp>
        <p:nvSpPr>
          <p:cNvPr id="8" name="Google Shape;128;p4">
            <a:extLst>
              <a:ext uri="{FF2B5EF4-FFF2-40B4-BE49-F238E27FC236}">
                <a16:creationId xmlns:a16="http://schemas.microsoft.com/office/drawing/2014/main" id="{24FEA1BD-FC6D-BDD5-A41D-58A9FEF0069F}"/>
              </a:ext>
            </a:extLst>
          </p:cNvPr>
          <p:cNvSpPr txBox="1"/>
          <p:nvPr/>
        </p:nvSpPr>
        <p:spPr>
          <a:xfrm>
            <a:off x="10312135" y="8511793"/>
            <a:ext cx="7597139" cy="1292662"/>
          </a:xfrm>
          <a:prstGeom prst="rect">
            <a:avLst/>
          </a:prstGeom>
          <a:noFill/>
          <a:ln>
            <a:noFill/>
          </a:ln>
        </p:spPr>
        <p:txBody>
          <a:bodyPr spcFirstLastPara="1" wrap="square" lIns="0" tIns="0" rIns="0" bIns="0" anchor="t" anchorCtr="0">
            <a:spAutoFit/>
          </a:bodyPr>
          <a:lstStyle/>
          <a:p>
            <a:pPr marL="457200" marR="0" lvl="0" indent="-457200" algn="just" rtl="0">
              <a:lnSpc>
                <a:spcPct val="140000"/>
              </a:lnSpc>
              <a:spcBef>
                <a:spcPts val="0"/>
              </a:spcBef>
              <a:spcAft>
                <a:spcPts val="0"/>
              </a:spcAft>
              <a:buFont typeface="Wingdings" panose="05000000000000000000" pitchFamily="2" charset="2"/>
              <a:buChar char="§"/>
            </a:pPr>
            <a:r>
              <a:rPr lang="en-US" sz="3000" b="0" i="0" u="none" strike="noStrike" cap="none" dirty="0">
                <a:solidFill>
                  <a:srgbClr val="000000"/>
                </a:solidFill>
                <a:latin typeface="Arial"/>
                <a:ea typeface="Arial"/>
                <a:cs typeface="Arial"/>
                <a:sym typeface="Arial"/>
              </a:rPr>
              <a:t>8-node trilinear hexahedral;</a:t>
            </a:r>
          </a:p>
          <a:p>
            <a:pPr marL="457200" marR="0" lvl="0" indent="-457200" algn="just" rtl="0">
              <a:lnSpc>
                <a:spcPct val="140000"/>
              </a:lnSpc>
              <a:spcBef>
                <a:spcPts val="0"/>
              </a:spcBef>
              <a:spcAft>
                <a:spcPts val="0"/>
              </a:spcAft>
              <a:buFont typeface="Wingdings" panose="05000000000000000000" pitchFamily="2" charset="2"/>
              <a:buChar char="§"/>
            </a:pPr>
            <a:r>
              <a:rPr lang="en-US" sz="3000" b="0" i="0" u="none" strike="noStrike" cap="none" dirty="0">
                <a:solidFill>
                  <a:srgbClr val="000000"/>
                </a:solidFill>
                <a:latin typeface="Arial"/>
                <a:ea typeface="Arial"/>
                <a:cs typeface="Arial"/>
                <a:sym typeface="Arial"/>
              </a:rPr>
              <a:t>8-node linear tetrahedral;</a:t>
            </a:r>
          </a:p>
        </p:txBody>
      </p:sp>
    </p:spTree>
    <p:extLst>
      <p:ext uri="{BB962C8B-B14F-4D97-AF65-F5344CB8AC3E}">
        <p14:creationId xmlns:p14="http://schemas.microsoft.com/office/powerpoint/2010/main" val="4890324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20">
          <a:extLst>
            <a:ext uri="{FF2B5EF4-FFF2-40B4-BE49-F238E27FC236}">
              <a16:creationId xmlns:a16="http://schemas.microsoft.com/office/drawing/2014/main" id="{77B1A3F4-3C4C-75E1-BEB7-2A002009F033}"/>
            </a:ext>
          </a:extLst>
        </p:cNvPr>
        <p:cNvGrpSpPr/>
        <p:nvPr/>
      </p:nvGrpSpPr>
      <p:grpSpPr>
        <a:xfrm>
          <a:off x="0" y="0"/>
          <a:ext cx="0" cy="0"/>
          <a:chOff x="0" y="0"/>
          <a:chExt cx="0" cy="0"/>
        </a:xfrm>
      </p:grpSpPr>
      <p:sp>
        <p:nvSpPr>
          <p:cNvPr id="5" name="Espaço Reservado para Número de Slide 2">
            <a:extLst>
              <a:ext uri="{FF2B5EF4-FFF2-40B4-BE49-F238E27FC236}">
                <a16:creationId xmlns:a16="http://schemas.microsoft.com/office/drawing/2014/main" id="{10575DBC-C037-FB11-002A-50EE25561A2C}"/>
              </a:ext>
            </a:extLst>
          </p:cNvPr>
          <p:cNvSpPr>
            <a:spLocks noGrp="1"/>
          </p:cNvSpPr>
          <p:nvPr>
            <p:ph type="sldNum" idx="12"/>
          </p:nvPr>
        </p:nvSpPr>
        <p:spPr>
          <a:xfrm>
            <a:off x="17701146" y="157461"/>
            <a:ext cx="416257" cy="365125"/>
          </a:xfrm>
        </p:spPr>
        <p:txBody>
          <a:bodyPr/>
          <a:lstStyle/>
          <a:p>
            <a:pPr marL="0" lvl="0" indent="0" algn="r" rtl="0">
              <a:spcBef>
                <a:spcPts val="0"/>
              </a:spcBef>
              <a:spcAft>
                <a:spcPts val="0"/>
              </a:spcAft>
              <a:buNone/>
            </a:pPr>
            <a:fld id="{00000000-1234-1234-1234-123412341234}" type="slidenum">
              <a:rPr lang="en-US" sz="2400" smtClean="0">
                <a:solidFill>
                  <a:srgbClr val="FFF4F3"/>
                </a:solidFill>
              </a:rPr>
              <a:t>8</a:t>
            </a:fld>
            <a:endParaRPr lang="en-US" sz="1800" dirty="0">
              <a:solidFill>
                <a:srgbClr val="FFF4F3"/>
              </a:solidFill>
            </a:endParaRPr>
          </a:p>
        </p:txBody>
      </p:sp>
      <p:sp>
        <p:nvSpPr>
          <p:cNvPr id="2" name="Google Shape;103;p2">
            <a:extLst>
              <a:ext uri="{FF2B5EF4-FFF2-40B4-BE49-F238E27FC236}">
                <a16:creationId xmlns:a16="http://schemas.microsoft.com/office/drawing/2014/main" id="{BA8BC13C-91FA-B633-C45F-6A48AACB2F2F}"/>
              </a:ext>
            </a:extLst>
          </p:cNvPr>
          <p:cNvSpPr txBox="1"/>
          <p:nvPr/>
        </p:nvSpPr>
        <p:spPr>
          <a:xfrm>
            <a:off x="1028700" y="631768"/>
            <a:ext cx="15491460" cy="3249736"/>
          </a:xfrm>
          <a:prstGeom prst="rect">
            <a:avLst/>
          </a:prstGeom>
          <a:noFill/>
          <a:ln>
            <a:noFill/>
          </a:ln>
        </p:spPr>
        <p:txBody>
          <a:bodyPr spcFirstLastPara="1" wrap="square" lIns="0" tIns="0" rIns="0" bIns="0" anchor="t" anchorCtr="0">
            <a:spAutoFit/>
          </a:bodyPr>
          <a:lstStyle/>
          <a:p>
            <a:pPr marL="0" marR="0" lvl="0" indent="0" algn="l" rtl="0">
              <a:lnSpc>
                <a:spcPct val="139989"/>
              </a:lnSpc>
              <a:spcBef>
                <a:spcPts val="0"/>
              </a:spcBef>
              <a:spcAft>
                <a:spcPts val="0"/>
              </a:spcAft>
              <a:buNone/>
            </a:pPr>
            <a:r>
              <a:rPr lang="en-US" sz="7542" b="1" i="0" u="none" strike="noStrike" cap="none" dirty="0">
                <a:solidFill>
                  <a:srgbClr val="6C1860"/>
                </a:solidFill>
                <a:latin typeface="Arial"/>
                <a:ea typeface="Arial"/>
                <a:cs typeface="Arial"/>
                <a:sym typeface="Arial"/>
              </a:rPr>
              <a:t>Activation and deactivation method</a:t>
            </a:r>
            <a:endParaRPr b="1" dirty="0"/>
          </a:p>
        </p:txBody>
      </p:sp>
      <p:pic>
        <p:nvPicPr>
          <p:cNvPr id="3" name="Imagem 2">
            <a:extLst>
              <a:ext uri="{FF2B5EF4-FFF2-40B4-BE49-F238E27FC236}">
                <a16:creationId xmlns:a16="http://schemas.microsoft.com/office/drawing/2014/main" id="{352B4ECC-7EEC-AF11-72D2-E54383BED7DE}"/>
              </a:ext>
            </a:extLst>
          </p:cNvPr>
          <p:cNvPicPr>
            <a:picLocks noChangeAspect="1"/>
          </p:cNvPicPr>
          <p:nvPr/>
        </p:nvPicPr>
        <p:blipFill>
          <a:blip r:embed="rId4">
            <a:grayscl/>
            <a:extLst>
              <a:ext uri="{28A0092B-C50C-407E-A947-70E740481C1C}">
                <a14:useLocalDpi xmlns:a14="http://schemas.microsoft.com/office/drawing/2010/main" val="0"/>
              </a:ext>
            </a:extLst>
          </a:blip>
          <a:srcRect l="4687" t="10063" r="428" b="34319"/>
          <a:stretch/>
        </p:blipFill>
        <p:spPr>
          <a:xfrm>
            <a:off x="737503" y="4128938"/>
            <a:ext cx="15071336" cy="4969341"/>
          </a:xfrm>
          <a:prstGeom prst="rect">
            <a:avLst/>
          </a:prstGeom>
        </p:spPr>
      </p:pic>
    </p:spTree>
    <p:extLst>
      <p:ext uri="{BB962C8B-B14F-4D97-AF65-F5344CB8AC3E}">
        <p14:creationId xmlns:p14="http://schemas.microsoft.com/office/powerpoint/2010/main" val="5604993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20">
          <a:extLst>
            <a:ext uri="{FF2B5EF4-FFF2-40B4-BE49-F238E27FC236}">
              <a16:creationId xmlns:a16="http://schemas.microsoft.com/office/drawing/2014/main" id="{AD20519A-641B-EA63-383E-4110124D5868}"/>
            </a:ext>
          </a:extLst>
        </p:cNvPr>
        <p:cNvGrpSpPr/>
        <p:nvPr/>
      </p:nvGrpSpPr>
      <p:grpSpPr>
        <a:xfrm>
          <a:off x="0" y="0"/>
          <a:ext cx="0" cy="0"/>
          <a:chOff x="0" y="0"/>
          <a:chExt cx="0" cy="0"/>
        </a:xfrm>
      </p:grpSpPr>
      <p:sp>
        <p:nvSpPr>
          <p:cNvPr id="128" name="Google Shape;128;p4">
            <a:extLst>
              <a:ext uri="{FF2B5EF4-FFF2-40B4-BE49-F238E27FC236}">
                <a16:creationId xmlns:a16="http://schemas.microsoft.com/office/drawing/2014/main" id="{606DD012-A85A-69BC-0E87-1C0ECBD5B202}"/>
              </a:ext>
            </a:extLst>
          </p:cNvPr>
          <p:cNvSpPr txBox="1"/>
          <p:nvPr/>
        </p:nvSpPr>
        <p:spPr>
          <a:xfrm>
            <a:off x="1028700" y="2292600"/>
            <a:ext cx="14135745" cy="1938992"/>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US" sz="3000" b="1" i="0" u="none" strike="noStrike" cap="none" dirty="0" err="1">
                <a:solidFill>
                  <a:srgbClr val="000000"/>
                </a:solidFill>
                <a:latin typeface="Arial"/>
                <a:ea typeface="Arial"/>
                <a:cs typeface="Arial"/>
                <a:sym typeface="Arial"/>
              </a:rPr>
              <a:t>Rockmass</a:t>
            </a:r>
            <a:r>
              <a:rPr lang="en-US" sz="3000" b="1" i="0" u="none" strike="noStrike" cap="none" dirty="0">
                <a:solidFill>
                  <a:srgbClr val="000000"/>
                </a:solidFill>
                <a:latin typeface="Arial"/>
                <a:ea typeface="Arial"/>
                <a:cs typeface="Arial"/>
                <a:sym typeface="Arial"/>
              </a:rPr>
              <a:t>:</a:t>
            </a:r>
            <a:r>
              <a:rPr lang="en-US" sz="3000" b="0" i="0" u="none" strike="noStrike" cap="none" dirty="0">
                <a:solidFill>
                  <a:srgbClr val="000000"/>
                </a:solidFill>
                <a:latin typeface="Arial"/>
                <a:ea typeface="Arial"/>
                <a:cs typeface="Arial"/>
                <a:sym typeface="Arial"/>
              </a:rPr>
              <a:t> </a:t>
            </a:r>
          </a:p>
          <a:p>
            <a:pPr marL="457200" marR="0" lvl="0" indent="-457200" algn="just" rtl="0">
              <a:lnSpc>
                <a:spcPct val="140000"/>
              </a:lnSpc>
              <a:spcBef>
                <a:spcPts val="0"/>
              </a:spcBef>
              <a:spcAft>
                <a:spcPts val="0"/>
              </a:spcAft>
              <a:buFont typeface="Wingdings" panose="05000000000000000000" pitchFamily="2" charset="2"/>
              <a:buChar char="§"/>
            </a:pPr>
            <a:r>
              <a:rPr lang="en-US" sz="3000" dirty="0"/>
              <a:t>C</a:t>
            </a:r>
            <a:r>
              <a:rPr lang="en-US" sz="3000" b="0" i="0" u="none" strike="noStrike" cap="none" dirty="0">
                <a:solidFill>
                  <a:srgbClr val="000000"/>
                </a:solidFill>
                <a:latin typeface="Arial"/>
                <a:ea typeface="Arial"/>
                <a:cs typeface="Arial"/>
                <a:sym typeface="Arial"/>
              </a:rPr>
              <a:t>oupled elastoplastic-viscoplastic formulation;</a:t>
            </a:r>
          </a:p>
          <a:p>
            <a:pPr marL="457200" marR="0" lvl="0" indent="-457200" algn="just" rtl="0">
              <a:lnSpc>
                <a:spcPct val="140000"/>
              </a:lnSpc>
              <a:spcBef>
                <a:spcPts val="0"/>
              </a:spcBef>
              <a:spcAft>
                <a:spcPts val="0"/>
              </a:spcAft>
              <a:buFont typeface="Wingdings" panose="05000000000000000000" pitchFamily="2" charset="2"/>
              <a:buChar char="§"/>
            </a:pPr>
            <a:r>
              <a:rPr lang="en-US" sz="3000" dirty="0"/>
              <a:t>Drucker-Prager yield criterion.</a:t>
            </a:r>
            <a:endParaRPr dirty="0"/>
          </a:p>
        </p:txBody>
      </p:sp>
      <p:sp>
        <p:nvSpPr>
          <p:cNvPr id="5" name="Espaço Reservado para Número de Slide 2">
            <a:extLst>
              <a:ext uri="{FF2B5EF4-FFF2-40B4-BE49-F238E27FC236}">
                <a16:creationId xmlns:a16="http://schemas.microsoft.com/office/drawing/2014/main" id="{EEA02057-3589-AE1A-6164-4D59D425AEC9}"/>
              </a:ext>
            </a:extLst>
          </p:cNvPr>
          <p:cNvSpPr>
            <a:spLocks noGrp="1"/>
          </p:cNvSpPr>
          <p:nvPr>
            <p:ph type="sldNum" idx="12"/>
          </p:nvPr>
        </p:nvSpPr>
        <p:spPr>
          <a:xfrm>
            <a:off x="17701146" y="157461"/>
            <a:ext cx="416257" cy="365125"/>
          </a:xfrm>
        </p:spPr>
        <p:txBody>
          <a:bodyPr/>
          <a:lstStyle/>
          <a:p>
            <a:pPr marL="0" lvl="0" indent="0" algn="r" rtl="0">
              <a:spcBef>
                <a:spcPts val="0"/>
              </a:spcBef>
              <a:spcAft>
                <a:spcPts val="0"/>
              </a:spcAft>
              <a:buNone/>
            </a:pPr>
            <a:fld id="{00000000-1234-1234-1234-123412341234}" type="slidenum">
              <a:rPr lang="en-US" sz="2400" smtClean="0">
                <a:solidFill>
                  <a:srgbClr val="FFF4F3"/>
                </a:solidFill>
              </a:rPr>
              <a:t>9</a:t>
            </a:fld>
            <a:endParaRPr lang="en-US" sz="1800" dirty="0">
              <a:solidFill>
                <a:srgbClr val="FFF4F3"/>
              </a:solidFill>
            </a:endParaRPr>
          </a:p>
        </p:txBody>
      </p:sp>
      <p:sp>
        <p:nvSpPr>
          <p:cNvPr id="2" name="Google Shape;103;p2">
            <a:extLst>
              <a:ext uri="{FF2B5EF4-FFF2-40B4-BE49-F238E27FC236}">
                <a16:creationId xmlns:a16="http://schemas.microsoft.com/office/drawing/2014/main" id="{B9850288-631D-F5AA-C36D-FF4CFC660A6F}"/>
              </a:ext>
            </a:extLst>
          </p:cNvPr>
          <p:cNvSpPr txBox="1"/>
          <p:nvPr/>
        </p:nvSpPr>
        <p:spPr>
          <a:xfrm>
            <a:off x="1028700" y="631768"/>
            <a:ext cx="15064740" cy="1624868"/>
          </a:xfrm>
          <a:prstGeom prst="rect">
            <a:avLst/>
          </a:prstGeom>
          <a:noFill/>
          <a:ln>
            <a:noFill/>
          </a:ln>
        </p:spPr>
        <p:txBody>
          <a:bodyPr spcFirstLastPara="1" wrap="square" lIns="0" tIns="0" rIns="0" bIns="0" anchor="t" anchorCtr="0">
            <a:spAutoFit/>
          </a:bodyPr>
          <a:lstStyle/>
          <a:p>
            <a:pPr marL="0" marR="0" lvl="0" indent="0" algn="l" rtl="0">
              <a:lnSpc>
                <a:spcPct val="139989"/>
              </a:lnSpc>
              <a:spcBef>
                <a:spcPts val="0"/>
              </a:spcBef>
              <a:spcAft>
                <a:spcPts val="0"/>
              </a:spcAft>
              <a:buNone/>
            </a:pPr>
            <a:r>
              <a:rPr lang="en-US" sz="7542" b="1" i="0" u="none" strike="noStrike" cap="none" dirty="0">
                <a:solidFill>
                  <a:srgbClr val="6C1860"/>
                </a:solidFill>
                <a:latin typeface="Arial"/>
                <a:ea typeface="Arial"/>
                <a:cs typeface="Arial"/>
                <a:sym typeface="Arial"/>
              </a:rPr>
              <a:t>Materials constitutive models</a:t>
            </a:r>
            <a:endParaRPr b="1" dirty="0"/>
          </a:p>
        </p:txBody>
      </p:sp>
      <p:grpSp>
        <p:nvGrpSpPr>
          <p:cNvPr id="13" name="Agrupar 12">
            <a:extLst>
              <a:ext uri="{FF2B5EF4-FFF2-40B4-BE49-F238E27FC236}">
                <a16:creationId xmlns:a16="http://schemas.microsoft.com/office/drawing/2014/main" id="{85AA733E-2158-032A-CF5B-7A96740F3C08}"/>
              </a:ext>
            </a:extLst>
          </p:cNvPr>
          <p:cNvGrpSpPr/>
          <p:nvPr/>
        </p:nvGrpSpPr>
        <p:grpSpPr>
          <a:xfrm>
            <a:off x="2529840" y="3262096"/>
            <a:ext cx="11475720" cy="6212420"/>
            <a:chOff x="4373880" y="2615765"/>
            <a:chExt cx="11475720" cy="6212420"/>
          </a:xfrm>
        </p:grpSpPr>
        <p:pic>
          <p:nvPicPr>
            <p:cNvPr id="4" name="Gráfico 3">
              <a:extLst>
                <a:ext uri="{FF2B5EF4-FFF2-40B4-BE49-F238E27FC236}">
                  <a16:creationId xmlns:a16="http://schemas.microsoft.com/office/drawing/2014/main" id="{258236CD-3984-9BF7-56FF-8B2C509BE95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373880" y="2615765"/>
              <a:ext cx="11475720" cy="6212420"/>
            </a:xfrm>
            <a:prstGeom prst="rect">
              <a:avLst/>
            </a:prstGeom>
          </p:spPr>
        </p:pic>
        <p:sp>
          <p:nvSpPr>
            <p:cNvPr id="12" name="CaixaDeTexto 11">
              <a:extLst>
                <a:ext uri="{FF2B5EF4-FFF2-40B4-BE49-F238E27FC236}">
                  <a16:creationId xmlns:a16="http://schemas.microsoft.com/office/drawing/2014/main" id="{263129BA-6A66-D408-5D5E-F9695FC09D86}"/>
                </a:ext>
              </a:extLst>
            </p:cNvPr>
            <p:cNvSpPr txBox="1"/>
            <p:nvPr/>
          </p:nvSpPr>
          <p:spPr>
            <a:xfrm>
              <a:off x="6934200" y="4114799"/>
              <a:ext cx="1798320" cy="584775"/>
            </a:xfrm>
            <a:prstGeom prst="rect">
              <a:avLst/>
            </a:prstGeom>
            <a:noFill/>
          </p:spPr>
          <p:txBody>
            <a:bodyPr wrap="square" rtlCol="0">
              <a:spAutoFit/>
            </a:bodyPr>
            <a:lstStyle/>
            <a:p>
              <a:r>
                <a:rPr lang="pt-BR" sz="3200" i="1" dirty="0">
                  <a:latin typeface="Times New Roman" panose="02020603050405020304" pitchFamily="18" charset="0"/>
                  <a:cs typeface="Times New Roman" panose="02020603050405020304" pitchFamily="18" charset="0"/>
                </a:rPr>
                <a:t>E, </a:t>
              </a:r>
              <a:r>
                <a:rPr lang="el-GR" sz="3200" i="1" dirty="0">
                  <a:latin typeface="Times New Roman" panose="02020603050405020304" pitchFamily="18" charset="0"/>
                  <a:cs typeface="Times New Roman" panose="02020603050405020304" pitchFamily="18" charset="0"/>
                </a:rPr>
                <a:t>ν</a:t>
              </a:r>
              <a:endParaRPr lang="pt-BR" sz="3200" i="1"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14728452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20">
          <a:extLst>
            <a:ext uri="{FF2B5EF4-FFF2-40B4-BE49-F238E27FC236}">
              <a16:creationId xmlns:a16="http://schemas.microsoft.com/office/drawing/2014/main" id="{31C4D746-932E-5D4C-26A3-6FBCDC272DE8}"/>
            </a:ext>
          </a:extLst>
        </p:cNvPr>
        <p:cNvGrpSpPr/>
        <p:nvPr/>
      </p:nvGrpSpPr>
      <p:grpSpPr>
        <a:xfrm>
          <a:off x="0" y="0"/>
          <a:ext cx="0" cy="0"/>
          <a:chOff x="0" y="0"/>
          <a:chExt cx="0" cy="0"/>
        </a:xfrm>
      </p:grpSpPr>
      <p:sp>
        <p:nvSpPr>
          <p:cNvPr id="5" name="Espaço Reservado para Número de Slide 2">
            <a:extLst>
              <a:ext uri="{FF2B5EF4-FFF2-40B4-BE49-F238E27FC236}">
                <a16:creationId xmlns:a16="http://schemas.microsoft.com/office/drawing/2014/main" id="{A849D3BC-E777-C4B6-CEDA-BB92C6BCC11B}"/>
              </a:ext>
            </a:extLst>
          </p:cNvPr>
          <p:cNvSpPr>
            <a:spLocks noGrp="1"/>
          </p:cNvSpPr>
          <p:nvPr>
            <p:ph type="sldNum" idx="12"/>
          </p:nvPr>
        </p:nvSpPr>
        <p:spPr>
          <a:xfrm>
            <a:off x="17510760" y="157461"/>
            <a:ext cx="606643" cy="474307"/>
          </a:xfrm>
        </p:spPr>
        <p:txBody>
          <a:bodyPr/>
          <a:lstStyle/>
          <a:p>
            <a:pPr marL="0" lvl="0" indent="0" algn="r" rtl="0">
              <a:spcBef>
                <a:spcPts val="0"/>
              </a:spcBef>
              <a:spcAft>
                <a:spcPts val="0"/>
              </a:spcAft>
              <a:buNone/>
            </a:pPr>
            <a:fld id="{00000000-1234-1234-1234-123412341234}" type="slidenum">
              <a:rPr lang="en-US" sz="2400" smtClean="0">
                <a:solidFill>
                  <a:srgbClr val="FFF4F3"/>
                </a:solidFill>
              </a:rPr>
              <a:t>10</a:t>
            </a:fld>
            <a:endParaRPr lang="en-US" sz="1800" dirty="0">
              <a:solidFill>
                <a:srgbClr val="FFF4F3"/>
              </a:solidFill>
            </a:endParaRPr>
          </a:p>
        </p:txBody>
      </p:sp>
      <p:sp>
        <p:nvSpPr>
          <p:cNvPr id="3" name="Google Shape;128;p4">
            <a:extLst>
              <a:ext uri="{FF2B5EF4-FFF2-40B4-BE49-F238E27FC236}">
                <a16:creationId xmlns:a16="http://schemas.microsoft.com/office/drawing/2014/main" id="{22E04FA1-C092-8F57-1DD3-F83C9CE217BA}"/>
              </a:ext>
            </a:extLst>
          </p:cNvPr>
          <p:cNvSpPr txBox="1"/>
          <p:nvPr/>
        </p:nvSpPr>
        <p:spPr>
          <a:xfrm>
            <a:off x="1028700" y="2292600"/>
            <a:ext cx="14135745" cy="1292662"/>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US" sz="3000" b="1" i="0" u="none" strike="noStrike" cap="none" dirty="0">
                <a:solidFill>
                  <a:srgbClr val="000000"/>
                </a:solidFill>
                <a:latin typeface="Arial"/>
                <a:ea typeface="Arial"/>
                <a:cs typeface="Arial"/>
                <a:sym typeface="Arial"/>
              </a:rPr>
              <a:t>Lining:</a:t>
            </a:r>
            <a:r>
              <a:rPr lang="en-US" sz="3000" b="0" i="0" u="none" strike="noStrike" cap="none" dirty="0">
                <a:solidFill>
                  <a:srgbClr val="000000"/>
                </a:solidFill>
                <a:latin typeface="Arial"/>
                <a:ea typeface="Arial"/>
                <a:cs typeface="Arial"/>
                <a:sym typeface="Arial"/>
              </a:rPr>
              <a:t> </a:t>
            </a:r>
          </a:p>
          <a:p>
            <a:pPr marL="457200" marR="0" lvl="0" indent="-457200" algn="just" rtl="0">
              <a:lnSpc>
                <a:spcPct val="140000"/>
              </a:lnSpc>
              <a:spcBef>
                <a:spcPts val="0"/>
              </a:spcBef>
              <a:spcAft>
                <a:spcPts val="0"/>
              </a:spcAft>
              <a:buFont typeface="Wingdings" panose="05000000000000000000" pitchFamily="2" charset="2"/>
              <a:buChar char="§"/>
            </a:pPr>
            <a:r>
              <a:rPr lang="en-US" sz="3000" dirty="0"/>
              <a:t>Elastic and viscoelastic linings</a:t>
            </a:r>
          </a:p>
        </p:txBody>
      </p:sp>
      <p:sp>
        <p:nvSpPr>
          <p:cNvPr id="4" name="Google Shape;103;p2">
            <a:extLst>
              <a:ext uri="{FF2B5EF4-FFF2-40B4-BE49-F238E27FC236}">
                <a16:creationId xmlns:a16="http://schemas.microsoft.com/office/drawing/2014/main" id="{216D7464-565E-71F4-2332-A01335DCB1A9}"/>
              </a:ext>
            </a:extLst>
          </p:cNvPr>
          <p:cNvSpPr txBox="1"/>
          <p:nvPr/>
        </p:nvSpPr>
        <p:spPr>
          <a:xfrm>
            <a:off x="1028700" y="631768"/>
            <a:ext cx="15064740" cy="1624868"/>
          </a:xfrm>
          <a:prstGeom prst="rect">
            <a:avLst/>
          </a:prstGeom>
          <a:noFill/>
          <a:ln>
            <a:noFill/>
          </a:ln>
        </p:spPr>
        <p:txBody>
          <a:bodyPr spcFirstLastPara="1" wrap="square" lIns="0" tIns="0" rIns="0" bIns="0" anchor="t" anchorCtr="0">
            <a:spAutoFit/>
          </a:bodyPr>
          <a:lstStyle/>
          <a:p>
            <a:pPr marL="0" marR="0" lvl="0" indent="0" algn="l" rtl="0">
              <a:lnSpc>
                <a:spcPct val="139989"/>
              </a:lnSpc>
              <a:spcBef>
                <a:spcPts val="0"/>
              </a:spcBef>
              <a:spcAft>
                <a:spcPts val="0"/>
              </a:spcAft>
              <a:buNone/>
            </a:pPr>
            <a:r>
              <a:rPr lang="en-US" sz="7542" b="1" i="0" u="none" strike="noStrike" cap="none" dirty="0">
                <a:solidFill>
                  <a:srgbClr val="6C1860"/>
                </a:solidFill>
                <a:latin typeface="Arial"/>
                <a:ea typeface="Arial"/>
                <a:cs typeface="Arial"/>
                <a:sym typeface="Arial"/>
              </a:rPr>
              <a:t>Materials constitutive models</a:t>
            </a:r>
            <a:endParaRPr b="1" dirty="0"/>
          </a:p>
        </p:txBody>
      </p:sp>
      <p:pic>
        <p:nvPicPr>
          <p:cNvPr id="7" name="Gráfico 6">
            <a:extLst>
              <a:ext uri="{FF2B5EF4-FFF2-40B4-BE49-F238E27FC236}">
                <a16:creationId xmlns:a16="http://schemas.microsoft.com/office/drawing/2014/main" id="{EA298FAD-AB08-A0C3-D2AF-1CAFC51987C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418008" y="3817620"/>
            <a:ext cx="13357127" cy="4871692"/>
          </a:xfrm>
          <a:prstGeom prst="rect">
            <a:avLst/>
          </a:prstGeom>
        </p:spPr>
      </p:pic>
      <p:sp>
        <p:nvSpPr>
          <p:cNvPr id="11" name="CaixaDeTexto 10">
            <a:extLst>
              <a:ext uri="{FF2B5EF4-FFF2-40B4-BE49-F238E27FC236}">
                <a16:creationId xmlns:a16="http://schemas.microsoft.com/office/drawing/2014/main" id="{C48ABF88-4BC3-1856-4E46-33D45544C5DA}"/>
              </a:ext>
            </a:extLst>
          </p:cNvPr>
          <p:cNvSpPr txBox="1"/>
          <p:nvPr/>
        </p:nvSpPr>
        <p:spPr>
          <a:xfrm>
            <a:off x="2171655" y="9269320"/>
            <a:ext cx="12603480" cy="553998"/>
          </a:xfrm>
          <a:prstGeom prst="rect">
            <a:avLst/>
          </a:prstGeom>
          <a:noFill/>
        </p:spPr>
        <p:txBody>
          <a:bodyPr wrap="square">
            <a:spAutoFit/>
          </a:bodyPr>
          <a:lstStyle/>
          <a:p>
            <a:r>
              <a:rPr lang="en-US" sz="3000" dirty="0">
                <a:effectLst/>
                <a:latin typeface="+mj-lt"/>
                <a:ea typeface="Times New Roman" panose="02020603050405020304" pitchFamily="18" charset="0"/>
              </a:rPr>
              <a:t>Schematic representation of Generalized Kelvin model for the concrete</a:t>
            </a:r>
            <a:r>
              <a:rPr lang="en-US" sz="3000" dirty="0">
                <a:solidFill>
                  <a:srgbClr val="EE0000"/>
                </a:solidFill>
                <a:effectLst/>
                <a:latin typeface="+mj-lt"/>
                <a:ea typeface="Times New Roman" panose="02020603050405020304" pitchFamily="18" charset="0"/>
              </a:rPr>
              <a:t> </a:t>
            </a:r>
            <a:endParaRPr lang="pt-BR" sz="3000" dirty="0">
              <a:latin typeface="+mj-lt"/>
            </a:endParaRPr>
          </a:p>
        </p:txBody>
      </p:sp>
    </p:spTree>
    <p:extLst>
      <p:ext uri="{BB962C8B-B14F-4D97-AF65-F5344CB8AC3E}">
        <p14:creationId xmlns:p14="http://schemas.microsoft.com/office/powerpoint/2010/main" val="17051353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20">
          <a:extLst>
            <a:ext uri="{FF2B5EF4-FFF2-40B4-BE49-F238E27FC236}">
              <a16:creationId xmlns:a16="http://schemas.microsoft.com/office/drawing/2014/main" id="{B9D21A7E-A34F-08CA-7E1D-EACE75097C5A}"/>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28" name="Google Shape;128;p4">
                <a:extLst>
                  <a:ext uri="{FF2B5EF4-FFF2-40B4-BE49-F238E27FC236}">
                    <a16:creationId xmlns:a16="http://schemas.microsoft.com/office/drawing/2014/main" id="{F4D6A966-2F4C-0108-C1DE-13EDEA47433E}"/>
                  </a:ext>
                </a:extLst>
              </p:cNvPr>
              <p:cNvSpPr txBox="1"/>
              <p:nvPr/>
            </p:nvSpPr>
            <p:spPr>
              <a:xfrm>
                <a:off x="1028701" y="2292600"/>
                <a:ext cx="8298180" cy="6894195"/>
              </a:xfrm>
              <a:prstGeom prst="rect">
                <a:avLst/>
              </a:prstGeom>
              <a:noFill/>
              <a:ln>
                <a:noFill/>
              </a:ln>
            </p:spPr>
            <p:txBody>
              <a:bodyPr spcFirstLastPara="1" wrap="square" lIns="0" tIns="0" rIns="0" bIns="0" anchor="t" anchorCtr="0">
                <a:spAutoFit/>
              </a:bodyPr>
              <a:lstStyle/>
              <a:p>
                <a:pPr lvl="0" algn="just">
                  <a:lnSpc>
                    <a:spcPct val="140000"/>
                  </a:lnSpc>
                </a:pPr>
                <a:r>
                  <a:rPr lang="en-US" sz="3200" b="1" dirty="0"/>
                  <a:t>Chortis and Kavvadas (2023):</a:t>
                </a:r>
              </a:p>
              <a:p>
                <a:pPr marL="457200" lvl="0" indent="-457200" algn="just">
                  <a:lnSpc>
                    <a:spcPct val="140000"/>
                  </a:lnSpc>
                  <a:buFont typeface="Wingdings" panose="05000000000000000000" pitchFamily="2" charset="2"/>
                  <a:buChar char="§"/>
                </a:pPr>
                <a:r>
                  <a:rPr lang="en-US" sz="3200" dirty="0"/>
                  <a:t>Generalized Hoek–Brown criterion</a:t>
                </a:r>
              </a:p>
              <a:p>
                <a:pPr marL="457200" lvl="0" indent="-457200" algn="just">
                  <a:lnSpc>
                    <a:spcPct val="140000"/>
                  </a:lnSpc>
                  <a:buFont typeface="Wingdings" panose="05000000000000000000" pitchFamily="2" charset="2"/>
                  <a:buChar char="§"/>
                </a:pPr>
                <a:r>
                  <a:rPr lang="en-US" sz="3200" dirty="0"/>
                  <a:t>Shotcrete lining: shell elements</a:t>
                </a:r>
              </a:p>
              <a:p>
                <a:pPr lvl="0" algn="just">
                  <a:lnSpc>
                    <a:spcPct val="140000"/>
                  </a:lnSpc>
                </a:pPr>
                <a:endParaRPr lang="en-US" sz="3200" dirty="0"/>
              </a:p>
              <a:p>
                <a:pPr lvl="0" algn="just">
                  <a:lnSpc>
                    <a:spcPct val="140000"/>
                  </a:lnSpc>
                </a:pPr>
                <a:r>
                  <a:rPr lang="en-US" sz="3200" b="1" dirty="0"/>
                  <a:t>Present study:</a:t>
                </a:r>
              </a:p>
              <a:p>
                <a:pPr marL="457200" lvl="0" indent="-457200" algn="just">
                  <a:lnSpc>
                    <a:spcPct val="140000"/>
                  </a:lnSpc>
                  <a:buFont typeface="Wingdings" panose="05000000000000000000" pitchFamily="2" charset="2"/>
                  <a:buChar char="§"/>
                </a:pPr>
                <a:r>
                  <a:rPr lang="en-US" sz="3200" dirty="0"/>
                  <a:t>Hoek-Brown criterion approximated by the Mohr-Coulomb model:</a:t>
                </a:r>
              </a:p>
              <a:p>
                <a:pPr lvl="0" algn="just">
                  <a:lnSpc>
                    <a:spcPct val="140000"/>
                  </a:lnSpc>
                </a:pPr>
                <a:r>
                  <a:rPr lang="en-US" sz="3200" dirty="0"/>
                  <a:t>		Cohesion (</a:t>
                </a:r>
                <a14:m>
                  <m:oMath xmlns:m="http://schemas.openxmlformats.org/officeDocument/2006/math">
                    <m:r>
                      <a:rPr lang="pt-BR" sz="3200" b="0" i="1" dirty="0" smtClean="0">
                        <a:latin typeface="Cambria Math" panose="02040503050406030204" pitchFamily="18" charset="0"/>
                      </a:rPr>
                      <m:t>𝑐</m:t>
                    </m:r>
                  </m:oMath>
                </a14:m>
                <a:r>
                  <a:rPr lang="en-US" sz="3200" dirty="0"/>
                  <a:t>) = 0.14 MPa </a:t>
                </a:r>
              </a:p>
              <a:p>
                <a:pPr lvl="0" algn="just">
                  <a:lnSpc>
                    <a:spcPct val="140000"/>
                  </a:lnSpc>
                </a:pPr>
                <a:r>
                  <a:rPr lang="en-US" sz="3200" dirty="0"/>
                  <a:t>		Friction angle (</a:t>
                </a:r>
                <a14:m>
                  <m:oMath xmlns:m="http://schemas.openxmlformats.org/officeDocument/2006/math">
                    <m:r>
                      <a:rPr lang="pt-BR" sz="3200" b="0" i="1" smtClean="0">
                        <a:latin typeface="Cambria Math" panose="02040503050406030204" pitchFamily="18" charset="0"/>
                      </a:rPr>
                      <m:t>𝜙</m:t>
                    </m:r>
                  </m:oMath>
                </a14:m>
                <a:r>
                  <a:rPr lang="en-US" sz="3200" dirty="0"/>
                  <a:t>) = 28.72º</a:t>
                </a:r>
              </a:p>
              <a:p>
                <a:pPr marL="457200" lvl="0" indent="-457200" algn="just">
                  <a:lnSpc>
                    <a:spcPct val="140000"/>
                  </a:lnSpc>
                  <a:buFont typeface="Wingdings" panose="05000000000000000000" pitchFamily="2" charset="2"/>
                  <a:buChar char="§"/>
                </a:pPr>
                <a:r>
                  <a:rPr lang="en-US" sz="3200" dirty="0"/>
                  <a:t>Shotcrete lining: solid elements</a:t>
                </a:r>
              </a:p>
            </p:txBody>
          </p:sp>
        </mc:Choice>
        <mc:Fallback>
          <p:sp>
            <p:nvSpPr>
              <p:cNvPr id="128" name="Google Shape;128;p4">
                <a:extLst>
                  <a:ext uri="{FF2B5EF4-FFF2-40B4-BE49-F238E27FC236}">
                    <a16:creationId xmlns:a16="http://schemas.microsoft.com/office/drawing/2014/main" id="{F4D6A966-2F4C-0108-C1DE-13EDEA47433E}"/>
                  </a:ext>
                </a:extLst>
              </p:cNvPr>
              <p:cNvSpPr txBox="1">
                <a:spLocks noRot="1" noChangeAspect="1" noMove="1" noResize="1" noEditPoints="1" noAdjustHandles="1" noChangeArrowheads="1" noChangeShapeType="1" noTextEdit="1"/>
              </p:cNvSpPr>
              <p:nvPr/>
            </p:nvSpPr>
            <p:spPr>
              <a:xfrm>
                <a:off x="1028701" y="2292600"/>
                <a:ext cx="8298180" cy="6894195"/>
              </a:xfrm>
              <a:prstGeom prst="rect">
                <a:avLst/>
              </a:prstGeom>
              <a:blipFill>
                <a:blip r:embed="rId4"/>
                <a:stretch>
                  <a:fillRect l="-3012" t="-88" r="-2939" b="-1503"/>
                </a:stretch>
              </a:blipFill>
              <a:ln>
                <a:noFill/>
              </a:ln>
            </p:spPr>
            <p:txBody>
              <a:bodyPr/>
              <a:lstStyle/>
              <a:p>
                <a:r>
                  <a:rPr lang="pt-BR">
                    <a:noFill/>
                  </a:rPr>
                  <a:t> </a:t>
                </a:r>
              </a:p>
            </p:txBody>
          </p:sp>
        </mc:Fallback>
      </mc:AlternateContent>
      <p:sp>
        <p:nvSpPr>
          <p:cNvPr id="5" name="Espaço Reservado para Número de Slide 2">
            <a:extLst>
              <a:ext uri="{FF2B5EF4-FFF2-40B4-BE49-F238E27FC236}">
                <a16:creationId xmlns:a16="http://schemas.microsoft.com/office/drawing/2014/main" id="{FCCDEC6E-D844-C30F-E788-919B1D02389B}"/>
              </a:ext>
            </a:extLst>
          </p:cNvPr>
          <p:cNvSpPr>
            <a:spLocks noGrp="1"/>
          </p:cNvSpPr>
          <p:nvPr>
            <p:ph type="sldNum" idx="12"/>
          </p:nvPr>
        </p:nvSpPr>
        <p:spPr>
          <a:xfrm>
            <a:off x="17541240" y="157461"/>
            <a:ext cx="576163" cy="360699"/>
          </a:xfrm>
        </p:spPr>
        <p:txBody>
          <a:bodyPr/>
          <a:lstStyle/>
          <a:p>
            <a:pPr marL="0" lvl="0" indent="0" algn="r" rtl="0">
              <a:spcBef>
                <a:spcPts val="0"/>
              </a:spcBef>
              <a:spcAft>
                <a:spcPts val="0"/>
              </a:spcAft>
              <a:buNone/>
            </a:pPr>
            <a:fld id="{00000000-1234-1234-1234-123412341234}" type="slidenum">
              <a:rPr lang="en-US" sz="2400" smtClean="0">
                <a:solidFill>
                  <a:srgbClr val="FFF4F3"/>
                </a:solidFill>
              </a:rPr>
              <a:t>11</a:t>
            </a:fld>
            <a:endParaRPr lang="en-US" sz="1800" dirty="0">
              <a:solidFill>
                <a:srgbClr val="FFF4F3"/>
              </a:solidFill>
            </a:endParaRPr>
          </a:p>
        </p:txBody>
      </p:sp>
      <p:sp>
        <p:nvSpPr>
          <p:cNvPr id="2" name="Google Shape;103;p2">
            <a:extLst>
              <a:ext uri="{FF2B5EF4-FFF2-40B4-BE49-F238E27FC236}">
                <a16:creationId xmlns:a16="http://schemas.microsoft.com/office/drawing/2014/main" id="{9EC294F6-6CE4-5ACE-8EB1-D8EF5AE90A1D}"/>
              </a:ext>
            </a:extLst>
          </p:cNvPr>
          <p:cNvSpPr txBox="1"/>
          <p:nvPr/>
        </p:nvSpPr>
        <p:spPr>
          <a:xfrm>
            <a:off x="1028700" y="631768"/>
            <a:ext cx="15415260" cy="1551194"/>
          </a:xfrm>
          <a:prstGeom prst="rect">
            <a:avLst/>
          </a:prstGeom>
          <a:noFill/>
          <a:ln>
            <a:noFill/>
          </a:ln>
        </p:spPr>
        <p:txBody>
          <a:bodyPr spcFirstLastPara="1" wrap="square" lIns="0" tIns="0" rIns="0" bIns="0" anchor="t" anchorCtr="0">
            <a:spAutoFit/>
          </a:bodyPr>
          <a:lstStyle/>
          <a:p>
            <a:pPr marL="0" marR="0" lvl="0" indent="0" algn="l" rtl="0">
              <a:lnSpc>
                <a:spcPct val="139989"/>
              </a:lnSpc>
              <a:spcBef>
                <a:spcPts val="0"/>
              </a:spcBef>
              <a:spcAft>
                <a:spcPts val="0"/>
              </a:spcAft>
              <a:buNone/>
            </a:pPr>
            <a:r>
              <a:rPr lang="en-US" sz="7200" b="1" i="0" u="none" strike="noStrike" cap="none" dirty="0">
                <a:solidFill>
                  <a:srgbClr val="6C1860"/>
                </a:solidFill>
                <a:latin typeface="Arial"/>
                <a:ea typeface="Arial"/>
                <a:cs typeface="Arial"/>
                <a:sym typeface="Arial"/>
              </a:rPr>
              <a:t>Computational model verification</a:t>
            </a:r>
            <a:endParaRPr sz="1200" b="1" dirty="0"/>
          </a:p>
        </p:txBody>
      </p:sp>
      <mc:AlternateContent xmlns:mc="http://schemas.openxmlformats.org/markup-compatibility/2006">
        <mc:Choice xmlns:a14="http://schemas.microsoft.com/office/drawing/2010/main" Requires="a14">
          <p:sp>
            <p:nvSpPr>
              <p:cNvPr id="3" name="Google Shape;128;p4">
                <a:extLst>
                  <a:ext uri="{FF2B5EF4-FFF2-40B4-BE49-F238E27FC236}">
                    <a16:creationId xmlns:a16="http://schemas.microsoft.com/office/drawing/2014/main" id="{2DA22412-1A08-3563-F4C1-94D9D2A3CD3A}"/>
                  </a:ext>
                </a:extLst>
              </p:cNvPr>
              <p:cNvSpPr txBox="1"/>
              <p:nvPr/>
            </p:nvSpPr>
            <p:spPr>
              <a:xfrm>
                <a:off x="10629898" y="2110481"/>
                <a:ext cx="5021580" cy="1991507"/>
              </a:xfrm>
              <a:prstGeom prst="rect">
                <a:avLst/>
              </a:prstGeom>
              <a:noFill/>
              <a:ln>
                <a:noFill/>
              </a:ln>
            </p:spPr>
            <p:txBody>
              <a:bodyPr spcFirstLastPara="1" wrap="square" lIns="0" tIns="0" rIns="0" bIns="0" anchor="t" anchorCtr="0">
                <a:spAutoFit/>
              </a:bodyPr>
              <a:lstStyle/>
              <a:p>
                <a:pPr lvl="0" algn="just">
                  <a:lnSpc>
                    <a:spcPct val="140000"/>
                  </a:lnSpc>
                </a:pPr>
                <a:r>
                  <a:rPr lang="en-US" sz="3000" b="1" dirty="0"/>
                  <a:t>Geometry:</a:t>
                </a:r>
              </a:p>
              <a:p>
                <a:pPr marL="457200" lvl="0" indent="-457200" algn="just">
                  <a:lnSpc>
                    <a:spcPct val="140000"/>
                  </a:lnSpc>
                  <a:buFont typeface="Wingdings" panose="05000000000000000000" pitchFamily="2" charset="2"/>
                  <a:buChar char="§"/>
                </a:pPr>
                <a14:m>
                  <m:oMath xmlns:m="http://schemas.openxmlformats.org/officeDocument/2006/math">
                    <m:sSub>
                      <m:sSubPr>
                        <m:ctrlPr>
                          <a:rPr lang="pt-BR" sz="3000" b="0" i="1" smtClean="0">
                            <a:latin typeface="Cambria Math" panose="02040503050406030204" pitchFamily="18" charset="0"/>
                          </a:rPr>
                        </m:ctrlPr>
                      </m:sSubPr>
                      <m:e>
                        <m:r>
                          <a:rPr lang="pt-BR" sz="3000" b="0" i="1" smtClean="0">
                            <a:latin typeface="Cambria Math" panose="02040503050406030204" pitchFamily="18" charset="0"/>
                          </a:rPr>
                          <m:t>𝑅</m:t>
                        </m:r>
                      </m:e>
                      <m:sub>
                        <m:r>
                          <a:rPr lang="pt-BR" sz="3000" b="0" i="1" smtClean="0">
                            <a:latin typeface="Cambria Math" panose="02040503050406030204" pitchFamily="18" charset="0"/>
                          </a:rPr>
                          <m:t>𝑡</m:t>
                        </m:r>
                      </m:sub>
                    </m:sSub>
                    <m:r>
                      <a:rPr lang="pt-BR" sz="3000" b="0" i="1" smtClean="0">
                        <a:latin typeface="Cambria Math" panose="02040503050406030204" pitchFamily="18" charset="0"/>
                      </a:rPr>
                      <m:t>/</m:t>
                    </m:r>
                    <m:sSub>
                      <m:sSubPr>
                        <m:ctrlPr>
                          <a:rPr lang="pt-BR" sz="3000" b="0" i="1" smtClean="0">
                            <a:latin typeface="Cambria Math" panose="02040503050406030204" pitchFamily="18" charset="0"/>
                          </a:rPr>
                        </m:ctrlPr>
                      </m:sSubPr>
                      <m:e>
                        <m:r>
                          <a:rPr lang="pt-BR" sz="3000" b="0" i="1" smtClean="0">
                            <a:latin typeface="Cambria Math" panose="02040503050406030204" pitchFamily="18" charset="0"/>
                          </a:rPr>
                          <m:t>𝑅</m:t>
                        </m:r>
                      </m:e>
                      <m:sub>
                        <m:r>
                          <a:rPr lang="pt-BR" sz="3000" b="0" i="1" smtClean="0">
                            <a:latin typeface="Cambria Math" panose="02040503050406030204" pitchFamily="18" charset="0"/>
                          </a:rPr>
                          <m:t>𝑔</m:t>
                        </m:r>
                      </m:sub>
                    </m:sSub>
                    <m:r>
                      <a:rPr lang="pt-BR" sz="3000" b="0" i="1" smtClean="0">
                        <a:latin typeface="Cambria Math" panose="02040503050406030204" pitchFamily="18" charset="0"/>
                      </a:rPr>
                      <m:t>=</m:t>
                    </m:r>
                    <m:r>
                      <a:rPr lang="pt-BR" sz="3000" b="0" i="1" smtClean="0">
                        <a:latin typeface="Cambria Math" panose="02040503050406030204" pitchFamily="18" charset="0"/>
                      </a:rPr>
                      <m:t>1.33</m:t>
                    </m:r>
                  </m:oMath>
                </a14:m>
                <a:endParaRPr lang="en-US" sz="3000" dirty="0"/>
              </a:p>
              <a:p>
                <a:pPr marL="457200" indent="-457200" algn="just">
                  <a:lnSpc>
                    <a:spcPct val="140000"/>
                  </a:lnSpc>
                  <a:buFont typeface="Wingdings" panose="05000000000000000000" pitchFamily="2" charset="2"/>
                  <a:buChar char="§"/>
                </a:pPr>
                <a14:m>
                  <m:oMath xmlns:m="http://schemas.openxmlformats.org/officeDocument/2006/math">
                    <m:sSub>
                      <m:sSubPr>
                        <m:ctrlPr>
                          <a:rPr lang="pt-BR" sz="3000" b="0" i="1" smtClean="0">
                            <a:latin typeface="Cambria Math" panose="02040503050406030204" pitchFamily="18" charset="0"/>
                          </a:rPr>
                        </m:ctrlPr>
                      </m:sSubPr>
                      <m:e>
                        <m:r>
                          <a:rPr lang="pt-BR" sz="3000" b="0" i="1" smtClean="0">
                            <a:latin typeface="Cambria Math" panose="02040503050406030204" pitchFamily="18" charset="0"/>
                          </a:rPr>
                          <m:t>𝑑</m:t>
                        </m:r>
                      </m:e>
                      <m:sub>
                        <m:r>
                          <a:rPr lang="pt-BR" sz="3000" b="0" i="1" smtClean="0">
                            <a:latin typeface="Cambria Math" panose="02040503050406030204" pitchFamily="18" charset="0"/>
                          </a:rPr>
                          <m:t>1</m:t>
                        </m:r>
                      </m:sub>
                    </m:sSub>
                    <m:r>
                      <a:rPr lang="pt-BR" sz="3000" i="1">
                        <a:latin typeface="Cambria Math" panose="02040503050406030204" pitchFamily="18" charset="0"/>
                      </a:rPr>
                      <m:t>=</m:t>
                    </m:r>
                    <m:r>
                      <a:rPr lang="pt-BR" sz="3000" b="0" i="1" smtClean="0">
                        <a:latin typeface="Cambria Math" panose="02040503050406030204" pitchFamily="18" charset="0"/>
                      </a:rPr>
                      <m:t>8</m:t>
                    </m:r>
                    <m:sSub>
                      <m:sSubPr>
                        <m:ctrlPr>
                          <a:rPr lang="pt-BR" sz="3000" b="0" i="1" smtClean="0">
                            <a:latin typeface="Cambria Math" panose="02040503050406030204" pitchFamily="18" charset="0"/>
                          </a:rPr>
                        </m:ctrlPr>
                      </m:sSubPr>
                      <m:e>
                        <m:r>
                          <a:rPr lang="pt-BR" sz="3000" b="0" i="1" smtClean="0">
                            <a:latin typeface="Cambria Math" panose="02040503050406030204" pitchFamily="18" charset="0"/>
                          </a:rPr>
                          <m:t>𝑅</m:t>
                        </m:r>
                      </m:e>
                      <m:sub>
                        <m:r>
                          <a:rPr lang="pt-BR" sz="3000" b="0" i="1" smtClean="0">
                            <a:latin typeface="Cambria Math" panose="02040503050406030204" pitchFamily="18" charset="0"/>
                          </a:rPr>
                          <m:t>𝑡</m:t>
                        </m:r>
                      </m:sub>
                    </m:sSub>
                  </m:oMath>
                </a14:m>
                <a:endParaRPr lang="en-US" sz="3000" dirty="0"/>
              </a:p>
            </p:txBody>
          </p:sp>
        </mc:Choice>
        <mc:Fallback>
          <p:sp>
            <p:nvSpPr>
              <p:cNvPr id="3" name="Google Shape;128;p4">
                <a:extLst>
                  <a:ext uri="{FF2B5EF4-FFF2-40B4-BE49-F238E27FC236}">
                    <a16:creationId xmlns:a16="http://schemas.microsoft.com/office/drawing/2014/main" id="{2DA22412-1A08-3563-F4C1-94D9D2A3CD3A}"/>
                  </a:ext>
                </a:extLst>
              </p:cNvPr>
              <p:cNvSpPr txBox="1">
                <a:spLocks noRot="1" noChangeAspect="1" noMove="1" noResize="1" noEditPoints="1" noAdjustHandles="1" noChangeArrowheads="1" noChangeShapeType="1" noTextEdit="1"/>
              </p:cNvSpPr>
              <p:nvPr/>
            </p:nvSpPr>
            <p:spPr>
              <a:xfrm>
                <a:off x="10629898" y="2110481"/>
                <a:ext cx="5021580" cy="1991507"/>
              </a:xfrm>
              <a:prstGeom prst="rect">
                <a:avLst/>
              </a:prstGeom>
              <a:blipFill>
                <a:blip r:embed="rId5"/>
                <a:stretch>
                  <a:fillRect l="-4739" t="-612"/>
                </a:stretch>
              </a:blipFill>
              <a:ln>
                <a:noFill/>
              </a:ln>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4" name="Google Shape;128;p4">
                <a:extLst>
                  <a:ext uri="{FF2B5EF4-FFF2-40B4-BE49-F238E27FC236}">
                    <a16:creationId xmlns:a16="http://schemas.microsoft.com/office/drawing/2014/main" id="{45B82A85-A441-EAAA-2A74-8279879B7438}"/>
                  </a:ext>
                </a:extLst>
              </p:cNvPr>
              <p:cNvSpPr txBox="1"/>
              <p:nvPr/>
            </p:nvSpPr>
            <p:spPr>
              <a:xfrm>
                <a:off x="10629898" y="7656287"/>
                <a:ext cx="5021580" cy="1998945"/>
              </a:xfrm>
              <a:prstGeom prst="rect">
                <a:avLst/>
              </a:prstGeom>
              <a:noFill/>
              <a:ln>
                <a:noFill/>
              </a:ln>
            </p:spPr>
            <p:txBody>
              <a:bodyPr spcFirstLastPara="1" wrap="square" lIns="0" tIns="0" rIns="0" bIns="0" anchor="t" anchorCtr="0">
                <a:spAutoFit/>
              </a:bodyPr>
              <a:lstStyle/>
              <a:p>
                <a:pPr lvl="0" algn="just">
                  <a:lnSpc>
                    <a:spcPct val="140000"/>
                  </a:lnSpc>
                </a:pPr>
                <a:r>
                  <a:rPr lang="en-US" sz="3000" b="1" dirty="0"/>
                  <a:t>Lining model data:</a:t>
                </a:r>
              </a:p>
              <a:p>
                <a:pPr marL="457200" lvl="0" indent="-457200" algn="just">
                  <a:lnSpc>
                    <a:spcPct val="140000"/>
                  </a:lnSpc>
                  <a:buFont typeface="Wingdings" panose="05000000000000000000" pitchFamily="2" charset="2"/>
                  <a:buChar char="§"/>
                </a:pPr>
                <a14:m>
                  <m:oMath xmlns:m="http://schemas.openxmlformats.org/officeDocument/2006/math">
                    <m:sSub>
                      <m:sSubPr>
                        <m:ctrlPr>
                          <a:rPr lang="pt-BR" sz="3000" i="1" smtClean="0">
                            <a:latin typeface="Cambria Math" panose="02040503050406030204" pitchFamily="18" charset="0"/>
                          </a:rPr>
                        </m:ctrlPr>
                      </m:sSubPr>
                      <m:e>
                        <m:r>
                          <a:rPr lang="pt-BR" sz="3000" b="0" i="1" smtClean="0">
                            <a:latin typeface="Cambria Math" panose="02040503050406030204" pitchFamily="18" charset="0"/>
                          </a:rPr>
                          <m:t>𝐸</m:t>
                        </m:r>
                      </m:e>
                      <m:sub>
                        <m:sSub>
                          <m:sSubPr>
                            <m:ctrlPr>
                              <a:rPr lang="pt-BR" sz="3000" b="0" i="1" smtClean="0">
                                <a:latin typeface="Cambria Math" panose="02040503050406030204" pitchFamily="18" charset="0"/>
                              </a:rPr>
                            </m:ctrlPr>
                          </m:sSubPr>
                          <m:e>
                            <m:r>
                              <a:rPr lang="pt-BR" sz="3000" b="0" i="1" smtClean="0">
                                <a:latin typeface="Cambria Math" panose="02040503050406030204" pitchFamily="18" charset="0"/>
                              </a:rPr>
                              <m:t>𝑐</m:t>
                            </m:r>
                          </m:e>
                          <m:sub>
                            <m:r>
                              <a:rPr lang="pt-BR" sz="3000" b="0" i="1" smtClean="0">
                                <a:latin typeface="Cambria Math" panose="02040503050406030204" pitchFamily="18" charset="0"/>
                              </a:rPr>
                              <m:t>28</m:t>
                            </m:r>
                          </m:sub>
                        </m:sSub>
                      </m:sub>
                    </m:sSub>
                    <m:r>
                      <a:rPr lang="pt-BR" sz="3000" b="0" i="1" smtClean="0">
                        <a:latin typeface="Cambria Math" panose="02040503050406030204" pitchFamily="18" charset="0"/>
                      </a:rPr>
                      <m:t>=2</m:t>
                    </m:r>
                    <m:r>
                      <a:rPr lang="pt-BR" sz="3000" b="0" i="1" smtClean="0">
                        <a:latin typeface="Cambria Math" panose="02040503050406030204" pitchFamily="18" charset="0"/>
                      </a:rPr>
                      <m:t>0</m:t>
                    </m:r>
                    <m:r>
                      <a:rPr lang="pt-BR" sz="3000" b="0" i="1" smtClean="0">
                        <a:latin typeface="Cambria Math" panose="02040503050406030204" pitchFamily="18" charset="0"/>
                      </a:rPr>
                      <m:t> </m:t>
                    </m:r>
                    <m:r>
                      <m:rPr>
                        <m:nor/>
                      </m:rPr>
                      <a:rPr lang="pt-BR" sz="3000" b="0" i="0" smtClean="0">
                        <a:latin typeface="Cambria Math" panose="02040503050406030204" pitchFamily="18" charset="0"/>
                      </a:rPr>
                      <m:t>G</m:t>
                    </m:r>
                    <m:r>
                      <m:rPr>
                        <m:nor/>
                      </m:rPr>
                      <a:rPr lang="pt-BR" sz="3000" b="0" i="0" smtClean="0">
                        <a:latin typeface="Cambria Math" panose="02040503050406030204" pitchFamily="18" charset="0"/>
                      </a:rPr>
                      <m:t>P</m:t>
                    </m:r>
                    <m:r>
                      <m:rPr>
                        <m:nor/>
                      </m:rPr>
                      <a:rPr lang="pt-BR" sz="3000" i="0" smtClean="0">
                        <a:latin typeface="Cambria Math" panose="02040503050406030204" pitchFamily="18" charset="0"/>
                      </a:rPr>
                      <m:t>a</m:t>
                    </m:r>
                  </m:oMath>
                </a14:m>
                <a:endParaRPr lang="en-US" sz="3000" dirty="0"/>
              </a:p>
              <a:p>
                <a:pPr marL="457200" indent="-457200" algn="just">
                  <a:lnSpc>
                    <a:spcPct val="140000"/>
                  </a:lnSpc>
                  <a:buFont typeface="Wingdings" panose="05000000000000000000" pitchFamily="2" charset="2"/>
                  <a:buChar char="§"/>
                </a:pPr>
                <a14:m>
                  <m:oMath xmlns:m="http://schemas.openxmlformats.org/officeDocument/2006/math">
                    <m:sSub>
                      <m:sSubPr>
                        <m:ctrlPr>
                          <a:rPr lang="pt-BR" sz="3000" i="1">
                            <a:latin typeface="Cambria Math" panose="02040503050406030204" pitchFamily="18" charset="0"/>
                          </a:rPr>
                        </m:ctrlPr>
                      </m:sSubPr>
                      <m:e>
                        <m:r>
                          <a:rPr lang="pt-BR" sz="3000" b="0" i="1" smtClean="0">
                            <a:latin typeface="Cambria Math" panose="02040503050406030204" pitchFamily="18" charset="0"/>
                          </a:rPr>
                          <m:t>𝜈</m:t>
                        </m:r>
                      </m:e>
                      <m:sub>
                        <m:r>
                          <a:rPr lang="pt-BR" sz="3000" b="0" i="1" smtClean="0">
                            <a:latin typeface="Cambria Math" panose="02040503050406030204" pitchFamily="18" charset="0"/>
                          </a:rPr>
                          <m:t>𝑐</m:t>
                        </m:r>
                      </m:sub>
                    </m:sSub>
                    <m:r>
                      <a:rPr lang="pt-BR" sz="3000" i="1">
                        <a:latin typeface="Cambria Math" panose="02040503050406030204" pitchFamily="18" charset="0"/>
                      </a:rPr>
                      <m:t>=</m:t>
                    </m:r>
                    <m:r>
                      <a:rPr lang="pt-BR" sz="3000" b="0" i="1" smtClean="0">
                        <a:latin typeface="Cambria Math" panose="02040503050406030204" pitchFamily="18" charset="0"/>
                      </a:rPr>
                      <m:t>0,</m:t>
                    </m:r>
                  </m:oMath>
                </a14:m>
                <a:r>
                  <a:rPr lang="en-US" sz="3000" dirty="0"/>
                  <a:t>2</a:t>
                </a:r>
              </a:p>
            </p:txBody>
          </p:sp>
        </mc:Choice>
        <mc:Fallback>
          <p:sp>
            <p:nvSpPr>
              <p:cNvPr id="4" name="Google Shape;128;p4">
                <a:extLst>
                  <a:ext uri="{FF2B5EF4-FFF2-40B4-BE49-F238E27FC236}">
                    <a16:creationId xmlns:a16="http://schemas.microsoft.com/office/drawing/2014/main" id="{45B82A85-A441-EAAA-2A74-8279879B7438}"/>
                  </a:ext>
                </a:extLst>
              </p:cNvPr>
              <p:cNvSpPr txBox="1">
                <a:spLocks noRot="1" noChangeAspect="1" noMove="1" noResize="1" noEditPoints="1" noAdjustHandles="1" noChangeArrowheads="1" noChangeShapeType="1" noTextEdit="1"/>
              </p:cNvSpPr>
              <p:nvPr/>
            </p:nvSpPr>
            <p:spPr>
              <a:xfrm>
                <a:off x="10629898" y="7656287"/>
                <a:ext cx="5021580" cy="1998945"/>
              </a:xfrm>
              <a:prstGeom prst="rect">
                <a:avLst/>
              </a:prstGeom>
              <a:blipFill>
                <a:blip r:embed="rId6"/>
                <a:stretch>
                  <a:fillRect l="-4739" t="-915" b="-6707"/>
                </a:stretch>
              </a:blipFill>
              <a:ln>
                <a:noFill/>
              </a:ln>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6" name="Google Shape;128;p4">
                <a:extLst>
                  <a:ext uri="{FF2B5EF4-FFF2-40B4-BE49-F238E27FC236}">
                    <a16:creationId xmlns:a16="http://schemas.microsoft.com/office/drawing/2014/main" id="{66700CF0-E1D8-1C71-F944-93697EA4ACD6}"/>
                  </a:ext>
                </a:extLst>
              </p:cNvPr>
              <p:cNvSpPr txBox="1"/>
              <p:nvPr/>
            </p:nvSpPr>
            <p:spPr>
              <a:xfrm>
                <a:off x="10629898" y="4909641"/>
                <a:ext cx="5021580" cy="1938992"/>
              </a:xfrm>
              <a:prstGeom prst="rect">
                <a:avLst/>
              </a:prstGeom>
              <a:noFill/>
              <a:ln>
                <a:noFill/>
              </a:ln>
            </p:spPr>
            <p:txBody>
              <a:bodyPr spcFirstLastPara="1" wrap="square" lIns="0" tIns="0" rIns="0" bIns="0" anchor="t" anchorCtr="0">
                <a:spAutoFit/>
              </a:bodyPr>
              <a:lstStyle/>
              <a:p>
                <a:pPr lvl="0" algn="just">
                  <a:lnSpc>
                    <a:spcPct val="140000"/>
                  </a:lnSpc>
                </a:pPr>
                <a:r>
                  <a:rPr lang="en-US" sz="3000" b="1" dirty="0"/>
                  <a:t>Rockmass model data:</a:t>
                </a:r>
              </a:p>
              <a:p>
                <a:pPr marL="457200" lvl="0" indent="-457200" algn="just">
                  <a:lnSpc>
                    <a:spcPct val="140000"/>
                  </a:lnSpc>
                  <a:buFont typeface="Wingdings" panose="05000000000000000000" pitchFamily="2" charset="2"/>
                  <a:buChar char="§"/>
                </a:pPr>
                <a14:m>
                  <m:oMath xmlns:m="http://schemas.openxmlformats.org/officeDocument/2006/math">
                    <m:sSub>
                      <m:sSubPr>
                        <m:ctrlPr>
                          <a:rPr lang="pt-BR" sz="3000" i="1" smtClean="0">
                            <a:latin typeface="Cambria Math" panose="02040503050406030204" pitchFamily="18" charset="0"/>
                          </a:rPr>
                        </m:ctrlPr>
                      </m:sSubPr>
                      <m:e>
                        <m:r>
                          <a:rPr lang="pt-BR" sz="3000" b="0" i="1" smtClean="0">
                            <a:latin typeface="Cambria Math" panose="02040503050406030204" pitchFamily="18" charset="0"/>
                          </a:rPr>
                          <m:t>𝐸</m:t>
                        </m:r>
                      </m:e>
                      <m:sub>
                        <m:r>
                          <a:rPr lang="pt-BR" sz="3000" b="0" i="1" smtClean="0">
                            <a:latin typeface="Cambria Math" panose="02040503050406030204" pitchFamily="18" charset="0"/>
                          </a:rPr>
                          <m:t>𝑚</m:t>
                        </m:r>
                      </m:sub>
                    </m:sSub>
                    <m:r>
                      <a:rPr lang="pt-BR" sz="3000" b="0" i="1" smtClean="0">
                        <a:latin typeface="Cambria Math" panose="02040503050406030204" pitchFamily="18" charset="0"/>
                      </a:rPr>
                      <m:t>=</m:t>
                    </m:r>
                    <m:r>
                      <a:rPr lang="pt-BR" sz="3000" b="0" i="1" smtClean="0">
                        <a:latin typeface="Cambria Math" panose="02040503050406030204" pitchFamily="18" charset="0"/>
                      </a:rPr>
                      <m:t>562</m:t>
                    </m:r>
                    <m:r>
                      <a:rPr lang="pt-BR" sz="3000" b="0" i="1" smtClean="0">
                        <a:latin typeface="Cambria Math" panose="02040503050406030204" pitchFamily="18" charset="0"/>
                      </a:rPr>
                      <m:t> </m:t>
                    </m:r>
                    <m:r>
                      <m:rPr>
                        <m:nor/>
                      </m:rPr>
                      <a:rPr lang="pt-BR" sz="3000" i="0" smtClean="0">
                        <a:latin typeface="Cambria Math" panose="02040503050406030204" pitchFamily="18" charset="0"/>
                      </a:rPr>
                      <m:t>M</m:t>
                    </m:r>
                    <m:r>
                      <m:rPr>
                        <m:nor/>
                      </m:rPr>
                      <a:rPr lang="pt-BR" sz="3000" b="0" i="0" smtClean="0">
                        <a:latin typeface="Cambria Math" panose="02040503050406030204" pitchFamily="18" charset="0"/>
                      </a:rPr>
                      <m:t>P</m:t>
                    </m:r>
                    <m:r>
                      <m:rPr>
                        <m:nor/>
                      </m:rPr>
                      <a:rPr lang="pt-BR" sz="3000" i="0" smtClean="0">
                        <a:latin typeface="Cambria Math" panose="02040503050406030204" pitchFamily="18" charset="0"/>
                      </a:rPr>
                      <m:t>a</m:t>
                    </m:r>
                  </m:oMath>
                </a14:m>
                <a:endParaRPr lang="en-US" sz="3000" dirty="0"/>
              </a:p>
              <a:p>
                <a:pPr marL="457200" indent="-457200" algn="just">
                  <a:lnSpc>
                    <a:spcPct val="140000"/>
                  </a:lnSpc>
                  <a:buFont typeface="Wingdings" panose="05000000000000000000" pitchFamily="2" charset="2"/>
                  <a:buChar char="§"/>
                </a:pPr>
                <a14:m>
                  <m:oMath xmlns:m="http://schemas.openxmlformats.org/officeDocument/2006/math">
                    <m:sSub>
                      <m:sSubPr>
                        <m:ctrlPr>
                          <a:rPr lang="pt-BR" sz="3000" i="1">
                            <a:latin typeface="Cambria Math" panose="02040503050406030204" pitchFamily="18" charset="0"/>
                          </a:rPr>
                        </m:ctrlPr>
                      </m:sSubPr>
                      <m:e>
                        <m:r>
                          <a:rPr lang="pt-BR" sz="3000" b="0" i="1" smtClean="0">
                            <a:latin typeface="Cambria Math" panose="02040503050406030204" pitchFamily="18" charset="0"/>
                          </a:rPr>
                          <m:t>𝜈</m:t>
                        </m:r>
                      </m:e>
                      <m:sub>
                        <m:r>
                          <a:rPr lang="pt-BR" sz="3000" i="1">
                            <a:latin typeface="Cambria Math" panose="02040503050406030204" pitchFamily="18" charset="0"/>
                          </a:rPr>
                          <m:t>𝑚</m:t>
                        </m:r>
                      </m:sub>
                    </m:sSub>
                    <m:r>
                      <a:rPr lang="pt-BR" sz="3000" i="1">
                        <a:latin typeface="Cambria Math" panose="02040503050406030204" pitchFamily="18" charset="0"/>
                      </a:rPr>
                      <m:t>=</m:t>
                    </m:r>
                    <m:r>
                      <a:rPr lang="pt-BR" sz="3000" b="0" i="1" smtClean="0">
                        <a:latin typeface="Cambria Math" panose="02040503050406030204" pitchFamily="18" charset="0"/>
                      </a:rPr>
                      <m:t>0,</m:t>
                    </m:r>
                    <m:r>
                      <a:rPr lang="pt-BR" sz="3000" b="0" i="1" smtClean="0">
                        <a:latin typeface="Cambria Math" panose="02040503050406030204" pitchFamily="18" charset="0"/>
                      </a:rPr>
                      <m:t>3</m:t>
                    </m:r>
                  </m:oMath>
                </a14:m>
                <a:endParaRPr lang="en-US" sz="3000" dirty="0"/>
              </a:p>
            </p:txBody>
          </p:sp>
        </mc:Choice>
        <mc:Fallback>
          <p:sp>
            <p:nvSpPr>
              <p:cNvPr id="6" name="Google Shape;128;p4">
                <a:extLst>
                  <a:ext uri="{FF2B5EF4-FFF2-40B4-BE49-F238E27FC236}">
                    <a16:creationId xmlns:a16="http://schemas.microsoft.com/office/drawing/2014/main" id="{66700CF0-E1D8-1C71-F944-93697EA4ACD6}"/>
                  </a:ext>
                </a:extLst>
              </p:cNvPr>
              <p:cNvSpPr txBox="1">
                <a:spLocks noRot="1" noChangeAspect="1" noMove="1" noResize="1" noEditPoints="1" noAdjustHandles="1" noChangeArrowheads="1" noChangeShapeType="1" noTextEdit="1"/>
              </p:cNvSpPr>
              <p:nvPr/>
            </p:nvSpPr>
            <p:spPr>
              <a:xfrm>
                <a:off x="10629898" y="4909641"/>
                <a:ext cx="5021580" cy="1938992"/>
              </a:xfrm>
              <a:prstGeom prst="rect">
                <a:avLst/>
              </a:prstGeom>
              <a:blipFill>
                <a:blip r:embed="rId7"/>
                <a:stretch>
                  <a:fillRect l="-4739" t="-629"/>
                </a:stretch>
              </a:blipFill>
              <a:ln>
                <a:noFill/>
              </a:ln>
            </p:spPr>
            <p:txBody>
              <a:bodyPr/>
              <a:lstStyle/>
              <a:p>
                <a:r>
                  <a:rPr lang="pt-BR">
                    <a:noFill/>
                  </a:rPr>
                  <a:t> </a:t>
                </a:r>
              </a:p>
            </p:txBody>
          </p:sp>
        </mc:Fallback>
      </mc:AlternateContent>
    </p:spTree>
    <p:extLst>
      <p:ext uri="{BB962C8B-B14F-4D97-AF65-F5344CB8AC3E}">
        <p14:creationId xmlns:p14="http://schemas.microsoft.com/office/powerpoint/2010/main" val="32504410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20">
          <a:extLst>
            <a:ext uri="{FF2B5EF4-FFF2-40B4-BE49-F238E27FC236}">
              <a16:creationId xmlns:a16="http://schemas.microsoft.com/office/drawing/2014/main" id="{746151DA-6486-E5E3-BA2B-676DD4CC7BF1}"/>
            </a:ext>
          </a:extLst>
        </p:cNvPr>
        <p:cNvGrpSpPr/>
        <p:nvPr/>
      </p:nvGrpSpPr>
      <p:grpSpPr>
        <a:xfrm>
          <a:off x="0" y="0"/>
          <a:ext cx="0" cy="0"/>
          <a:chOff x="0" y="0"/>
          <a:chExt cx="0" cy="0"/>
        </a:xfrm>
      </p:grpSpPr>
      <p:sp>
        <p:nvSpPr>
          <p:cNvPr id="128" name="Google Shape;128;p4">
            <a:extLst>
              <a:ext uri="{FF2B5EF4-FFF2-40B4-BE49-F238E27FC236}">
                <a16:creationId xmlns:a16="http://schemas.microsoft.com/office/drawing/2014/main" id="{E11BE11C-E5F1-E4FA-49C4-759D8C652B2C}"/>
              </a:ext>
            </a:extLst>
          </p:cNvPr>
          <p:cNvSpPr txBox="1"/>
          <p:nvPr/>
        </p:nvSpPr>
        <p:spPr>
          <a:xfrm>
            <a:off x="10431456" y="2089892"/>
            <a:ext cx="5182245" cy="3231654"/>
          </a:xfrm>
          <a:prstGeom prst="rect">
            <a:avLst/>
          </a:prstGeom>
          <a:noFill/>
          <a:ln>
            <a:noFill/>
          </a:ln>
        </p:spPr>
        <p:txBody>
          <a:bodyPr spcFirstLastPara="1" wrap="square" lIns="0" tIns="0" rIns="0" bIns="0" anchor="t" anchorCtr="0">
            <a:spAutoFit/>
          </a:bodyPr>
          <a:lstStyle/>
          <a:p>
            <a:pPr lvl="0" algn="just">
              <a:lnSpc>
                <a:spcPct val="140000"/>
              </a:lnSpc>
            </a:pPr>
            <a:r>
              <a:rPr lang="en-US" sz="3000" dirty="0"/>
              <a:t>The purpose is to verify the model’s ability to simulate the </a:t>
            </a:r>
            <a:r>
              <a:rPr lang="en-US" sz="3000" b="1" dirty="0"/>
              <a:t>internal forces </a:t>
            </a:r>
            <a:r>
              <a:rPr lang="en-US" sz="3000" dirty="0"/>
              <a:t>induced in the tunnel lining by the transverse gallery.</a:t>
            </a:r>
            <a:endParaRPr sz="3000" dirty="0"/>
          </a:p>
        </p:txBody>
      </p:sp>
      <p:sp>
        <p:nvSpPr>
          <p:cNvPr id="5" name="Espaço Reservado para Número de Slide 2">
            <a:extLst>
              <a:ext uri="{FF2B5EF4-FFF2-40B4-BE49-F238E27FC236}">
                <a16:creationId xmlns:a16="http://schemas.microsoft.com/office/drawing/2014/main" id="{95EE8D34-5D42-1BA0-5213-69D6A0435DDA}"/>
              </a:ext>
            </a:extLst>
          </p:cNvPr>
          <p:cNvSpPr>
            <a:spLocks noGrp="1"/>
          </p:cNvSpPr>
          <p:nvPr>
            <p:ph type="sldNum" idx="12"/>
          </p:nvPr>
        </p:nvSpPr>
        <p:spPr>
          <a:xfrm>
            <a:off x="17541240" y="157461"/>
            <a:ext cx="576163" cy="360699"/>
          </a:xfrm>
        </p:spPr>
        <p:txBody>
          <a:bodyPr/>
          <a:lstStyle/>
          <a:p>
            <a:pPr marL="0" lvl="0" indent="0" algn="r" rtl="0">
              <a:spcBef>
                <a:spcPts val="0"/>
              </a:spcBef>
              <a:spcAft>
                <a:spcPts val="0"/>
              </a:spcAft>
              <a:buNone/>
            </a:pPr>
            <a:fld id="{00000000-1234-1234-1234-123412341234}" type="slidenum">
              <a:rPr lang="en-US" sz="2400" smtClean="0">
                <a:solidFill>
                  <a:srgbClr val="FFF4F3"/>
                </a:solidFill>
              </a:rPr>
              <a:t>12</a:t>
            </a:fld>
            <a:endParaRPr lang="en-US" sz="1800" dirty="0">
              <a:solidFill>
                <a:srgbClr val="FFF4F3"/>
              </a:solidFill>
            </a:endParaRPr>
          </a:p>
        </p:txBody>
      </p:sp>
      <p:sp>
        <p:nvSpPr>
          <p:cNvPr id="2" name="Google Shape;103;p2">
            <a:extLst>
              <a:ext uri="{FF2B5EF4-FFF2-40B4-BE49-F238E27FC236}">
                <a16:creationId xmlns:a16="http://schemas.microsoft.com/office/drawing/2014/main" id="{71949569-34F3-6581-8024-05E217280D8C}"/>
              </a:ext>
            </a:extLst>
          </p:cNvPr>
          <p:cNvSpPr txBox="1"/>
          <p:nvPr/>
        </p:nvSpPr>
        <p:spPr>
          <a:xfrm>
            <a:off x="1028700" y="26497"/>
            <a:ext cx="15415260" cy="1551194"/>
          </a:xfrm>
          <a:prstGeom prst="rect">
            <a:avLst/>
          </a:prstGeom>
          <a:noFill/>
          <a:ln>
            <a:noFill/>
          </a:ln>
        </p:spPr>
        <p:txBody>
          <a:bodyPr spcFirstLastPara="1" wrap="square" lIns="0" tIns="0" rIns="0" bIns="0" anchor="t" anchorCtr="0">
            <a:spAutoFit/>
          </a:bodyPr>
          <a:lstStyle/>
          <a:p>
            <a:pPr marL="0" marR="0" lvl="0" indent="0" algn="l" rtl="0">
              <a:lnSpc>
                <a:spcPct val="139989"/>
              </a:lnSpc>
              <a:spcBef>
                <a:spcPts val="0"/>
              </a:spcBef>
              <a:spcAft>
                <a:spcPts val="0"/>
              </a:spcAft>
              <a:buNone/>
            </a:pPr>
            <a:r>
              <a:rPr lang="en-US" sz="7200" b="1" i="0" u="none" strike="noStrike" cap="none" dirty="0">
                <a:solidFill>
                  <a:srgbClr val="6C1860"/>
                </a:solidFill>
                <a:latin typeface="Arial"/>
                <a:ea typeface="Arial"/>
                <a:cs typeface="Arial"/>
                <a:sym typeface="Arial"/>
              </a:rPr>
              <a:t>Computational model verification</a:t>
            </a:r>
            <a:endParaRPr sz="1200" b="1" dirty="0"/>
          </a:p>
        </p:txBody>
      </p:sp>
      <mc:AlternateContent xmlns:mc="http://schemas.openxmlformats.org/markup-compatibility/2006" xmlns:a14="http://schemas.microsoft.com/office/drawing/2010/main">
        <mc:Choice Requires="a14">
          <p:sp>
            <p:nvSpPr>
              <p:cNvPr id="3" name="CaixaDeTexto 2">
                <a:extLst>
                  <a:ext uri="{FF2B5EF4-FFF2-40B4-BE49-F238E27FC236}">
                    <a16:creationId xmlns:a16="http://schemas.microsoft.com/office/drawing/2014/main" id="{C9FDEBCD-8CC1-6916-1319-4D7F1EBFF4B5}"/>
                  </a:ext>
                </a:extLst>
              </p:cNvPr>
              <p:cNvSpPr txBox="1"/>
              <p:nvPr/>
            </p:nvSpPr>
            <p:spPr>
              <a:xfrm>
                <a:off x="11786582" y="5727344"/>
                <a:ext cx="2167196" cy="11312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pt-BR" sz="3600" b="0" i="1" smtClean="0">
                              <a:latin typeface="Cambria Math" panose="02040503050406030204" pitchFamily="18" charset="0"/>
                            </a:rPr>
                          </m:ctrlPr>
                        </m:sSubSupPr>
                        <m:e>
                          <m:r>
                            <a:rPr lang="pt-BR" sz="3600" b="0" i="1" smtClean="0">
                              <a:latin typeface="Cambria Math" panose="02040503050406030204" pitchFamily="18" charset="0"/>
                            </a:rPr>
                            <m:t>𝑁</m:t>
                          </m:r>
                        </m:e>
                        <m:sub>
                          <m:r>
                            <a:rPr lang="pt-BR" sz="3600" b="0" i="1" smtClean="0">
                              <a:latin typeface="Cambria Math" panose="02040503050406030204" pitchFamily="18" charset="0"/>
                            </a:rPr>
                            <m:t>𝐶</m:t>
                          </m:r>
                        </m:sub>
                        <m:sup>
                          <m:r>
                            <a:rPr lang="pt-BR" sz="3600" b="0" i="1" smtClean="0">
                              <a:latin typeface="Cambria Math" panose="02040503050406030204" pitchFamily="18" charset="0"/>
                            </a:rPr>
                            <m:t>∗</m:t>
                          </m:r>
                        </m:sup>
                      </m:sSubSup>
                      <m:r>
                        <a:rPr lang="pt-BR" sz="3600" b="0" i="1" smtClean="0">
                          <a:latin typeface="Cambria Math" panose="02040503050406030204" pitchFamily="18" charset="0"/>
                        </a:rPr>
                        <m:t>= </m:t>
                      </m:r>
                      <m:f>
                        <m:fPr>
                          <m:ctrlPr>
                            <a:rPr lang="pt-BR" sz="3600" b="0" i="1" smtClean="0">
                              <a:latin typeface="Cambria Math" panose="02040503050406030204" pitchFamily="18" charset="0"/>
                            </a:rPr>
                          </m:ctrlPr>
                        </m:fPr>
                        <m:num>
                          <m:sSub>
                            <m:sSubPr>
                              <m:ctrlPr>
                                <a:rPr lang="pt-BR" sz="3600" b="0" i="1" smtClean="0">
                                  <a:latin typeface="Cambria Math" panose="02040503050406030204" pitchFamily="18" charset="0"/>
                                </a:rPr>
                              </m:ctrlPr>
                            </m:sSubPr>
                            <m:e>
                              <m:r>
                                <a:rPr lang="pt-BR" sz="3600" b="0" i="1" smtClean="0">
                                  <a:latin typeface="Cambria Math" panose="02040503050406030204" pitchFamily="18" charset="0"/>
                                </a:rPr>
                                <m:t>𝑁</m:t>
                              </m:r>
                            </m:e>
                            <m:sub>
                              <m:r>
                                <a:rPr lang="pt-BR" sz="3600" b="0" i="1" smtClean="0">
                                  <a:latin typeface="Cambria Math" panose="02040503050406030204" pitchFamily="18" charset="0"/>
                                </a:rPr>
                                <m:t>𝐶</m:t>
                              </m:r>
                            </m:sub>
                          </m:sSub>
                        </m:num>
                        <m:den>
                          <m:sSub>
                            <m:sSubPr>
                              <m:ctrlPr>
                                <a:rPr lang="pt-BR" sz="3600" b="0" i="1" smtClean="0">
                                  <a:latin typeface="Cambria Math" panose="02040503050406030204" pitchFamily="18" charset="0"/>
                                </a:rPr>
                              </m:ctrlPr>
                            </m:sSubPr>
                            <m:e>
                              <m:r>
                                <a:rPr lang="pt-BR" sz="3600" b="0" i="1" smtClean="0">
                                  <a:latin typeface="Cambria Math" panose="02040503050406030204" pitchFamily="18" charset="0"/>
                                </a:rPr>
                                <m:t>𝑝</m:t>
                              </m:r>
                            </m:e>
                            <m:sub>
                              <m:r>
                                <a:rPr lang="pt-BR" sz="3600" b="0" i="1" smtClean="0">
                                  <a:latin typeface="Cambria Math" panose="02040503050406030204" pitchFamily="18" charset="0"/>
                                </a:rPr>
                                <m:t>0</m:t>
                              </m:r>
                            </m:sub>
                          </m:sSub>
                          <m:r>
                            <a:rPr lang="pt-BR" sz="3600" b="0" i="1" smtClean="0">
                              <a:latin typeface="Cambria Math" panose="02040503050406030204" pitchFamily="18" charset="0"/>
                            </a:rPr>
                            <m:t>𝐷</m:t>
                          </m:r>
                        </m:den>
                      </m:f>
                    </m:oMath>
                  </m:oMathPara>
                </a14:m>
                <a:endParaRPr lang="pt-BR" sz="3600" dirty="0"/>
              </a:p>
            </p:txBody>
          </p:sp>
        </mc:Choice>
        <mc:Fallback xmlns="">
          <p:sp>
            <p:nvSpPr>
              <p:cNvPr id="3" name="CaixaDeTexto 2">
                <a:extLst>
                  <a:ext uri="{FF2B5EF4-FFF2-40B4-BE49-F238E27FC236}">
                    <a16:creationId xmlns:a16="http://schemas.microsoft.com/office/drawing/2014/main" id="{C9FDEBCD-8CC1-6916-1319-4D7F1EBFF4B5}"/>
                  </a:ext>
                </a:extLst>
              </p:cNvPr>
              <p:cNvSpPr txBox="1">
                <a:spLocks noRot="1" noChangeAspect="1" noMove="1" noResize="1" noEditPoints="1" noAdjustHandles="1" noChangeArrowheads="1" noChangeShapeType="1" noTextEdit="1"/>
              </p:cNvSpPr>
              <p:nvPr/>
            </p:nvSpPr>
            <p:spPr>
              <a:xfrm>
                <a:off x="11786582" y="5727344"/>
                <a:ext cx="2167196" cy="1131272"/>
              </a:xfrm>
              <a:prstGeom prst="rect">
                <a:avLst/>
              </a:prstGeom>
              <a:blipFill>
                <a:blip r:embed="rId4"/>
                <a:stretch>
                  <a:fillRect/>
                </a:stretch>
              </a:blipFill>
            </p:spPr>
            <p:txBody>
              <a:bodyPr/>
              <a:lstStyle/>
              <a:p>
                <a:r>
                  <a:rPr lang="pt-BR">
                    <a:noFill/>
                  </a:rPr>
                  <a:t> </a:t>
                </a:r>
              </a:p>
            </p:txBody>
          </p:sp>
        </mc:Fallback>
      </mc:AlternateContent>
      <p:sp>
        <p:nvSpPr>
          <p:cNvPr id="8" name="Google Shape;128;p4">
            <a:extLst>
              <a:ext uri="{FF2B5EF4-FFF2-40B4-BE49-F238E27FC236}">
                <a16:creationId xmlns:a16="http://schemas.microsoft.com/office/drawing/2014/main" id="{17F73231-C72D-7F36-5568-F90929098056}"/>
              </a:ext>
            </a:extLst>
          </p:cNvPr>
          <p:cNvSpPr txBox="1"/>
          <p:nvPr/>
        </p:nvSpPr>
        <p:spPr>
          <a:xfrm>
            <a:off x="10431457" y="7264415"/>
            <a:ext cx="5182245" cy="1938992"/>
          </a:xfrm>
          <a:prstGeom prst="rect">
            <a:avLst/>
          </a:prstGeom>
          <a:noFill/>
          <a:ln>
            <a:noFill/>
          </a:ln>
        </p:spPr>
        <p:txBody>
          <a:bodyPr spcFirstLastPara="1" wrap="square" lIns="0" tIns="0" rIns="0" bIns="0" anchor="t" anchorCtr="0">
            <a:spAutoFit/>
          </a:bodyPr>
          <a:lstStyle/>
          <a:p>
            <a:pPr lvl="0">
              <a:lnSpc>
                <a:spcPct val="140000"/>
              </a:lnSpc>
            </a:pPr>
            <a:r>
              <a:rPr lang="en-US" sz="3000" i="1" dirty="0"/>
              <a:t>S/D </a:t>
            </a:r>
            <a:r>
              <a:rPr lang="en-US" sz="3000" dirty="0"/>
              <a:t>is the normalized longitudinal distance from the center of the intersection zone</a:t>
            </a:r>
            <a:endParaRPr sz="3000" dirty="0"/>
          </a:p>
        </p:txBody>
      </p:sp>
      <p:pic>
        <p:nvPicPr>
          <p:cNvPr id="10" name="Gráfico 9">
            <a:extLst>
              <a:ext uri="{FF2B5EF4-FFF2-40B4-BE49-F238E27FC236}">
                <a16:creationId xmlns:a16="http://schemas.microsoft.com/office/drawing/2014/main" id="{AD6DFCD6-CD8C-4B51-00D2-A0F5F23C775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09570" y="2166907"/>
            <a:ext cx="9641985" cy="7333679"/>
          </a:xfrm>
          <a:prstGeom prst="rect">
            <a:avLst/>
          </a:prstGeom>
        </p:spPr>
      </p:pic>
    </p:spTree>
    <p:extLst>
      <p:ext uri="{BB962C8B-B14F-4D97-AF65-F5344CB8AC3E}">
        <p14:creationId xmlns:p14="http://schemas.microsoft.com/office/powerpoint/2010/main" val="24321922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20">
          <a:extLst>
            <a:ext uri="{FF2B5EF4-FFF2-40B4-BE49-F238E27FC236}">
              <a16:creationId xmlns:a16="http://schemas.microsoft.com/office/drawing/2014/main" id="{6730651B-E600-7C08-BD23-A1E8BD247B8A}"/>
            </a:ext>
          </a:extLst>
        </p:cNvPr>
        <p:cNvGrpSpPr/>
        <p:nvPr/>
      </p:nvGrpSpPr>
      <p:grpSpPr>
        <a:xfrm>
          <a:off x="0" y="0"/>
          <a:ext cx="0" cy="0"/>
          <a:chOff x="0" y="0"/>
          <a:chExt cx="0" cy="0"/>
        </a:xfrm>
      </p:grpSpPr>
      <p:sp>
        <p:nvSpPr>
          <p:cNvPr id="5" name="Espaço Reservado para Número de Slide 2">
            <a:extLst>
              <a:ext uri="{FF2B5EF4-FFF2-40B4-BE49-F238E27FC236}">
                <a16:creationId xmlns:a16="http://schemas.microsoft.com/office/drawing/2014/main" id="{7DFA80DB-0DBE-1B4F-920A-2BC458B8A070}"/>
              </a:ext>
            </a:extLst>
          </p:cNvPr>
          <p:cNvSpPr>
            <a:spLocks noGrp="1"/>
          </p:cNvSpPr>
          <p:nvPr>
            <p:ph type="sldNum" idx="12"/>
          </p:nvPr>
        </p:nvSpPr>
        <p:spPr>
          <a:xfrm>
            <a:off x="17541240" y="157461"/>
            <a:ext cx="576163" cy="360699"/>
          </a:xfrm>
        </p:spPr>
        <p:txBody>
          <a:bodyPr/>
          <a:lstStyle/>
          <a:p>
            <a:pPr marL="0" lvl="0" indent="0" algn="r" rtl="0">
              <a:spcBef>
                <a:spcPts val="0"/>
              </a:spcBef>
              <a:spcAft>
                <a:spcPts val="0"/>
              </a:spcAft>
              <a:buNone/>
            </a:pPr>
            <a:fld id="{00000000-1234-1234-1234-123412341234}" type="slidenum">
              <a:rPr lang="en-US" sz="2400" smtClean="0">
                <a:solidFill>
                  <a:srgbClr val="FFF4F3"/>
                </a:solidFill>
              </a:rPr>
              <a:t>13</a:t>
            </a:fld>
            <a:endParaRPr lang="en-US" sz="1800" dirty="0">
              <a:solidFill>
                <a:srgbClr val="FFF4F3"/>
              </a:solidFill>
            </a:endParaRPr>
          </a:p>
        </p:txBody>
      </p:sp>
      <p:sp>
        <p:nvSpPr>
          <p:cNvPr id="2" name="Google Shape;103;p2">
            <a:extLst>
              <a:ext uri="{FF2B5EF4-FFF2-40B4-BE49-F238E27FC236}">
                <a16:creationId xmlns:a16="http://schemas.microsoft.com/office/drawing/2014/main" id="{092D847F-E6A8-8785-4DDB-42E767F1DD62}"/>
              </a:ext>
            </a:extLst>
          </p:cNvPr>
          <p:cNvSpPr txBox="1"/>
          <p:nvPr/>
        </p:nvSpPr>
        <p:spPr>
          <a:xfrm>
            <a:off x="1028700" y="631768"/>
            <a:ext cx="15415260" cy="1163395"/>
          </a:xfrm>
          <a:prstGeom prst="rect">
            <a:avLst/>
          </a:prstGeom>
          <a:noFill/>
          <a:ln>
            <a:noFill/>
          </a:ln>
        </p:spPr>
        <p:txBody>
          <a:bodyPr spcFirstLastPara="1" wrap="square" lIns="0" tIns="0" rIns="0" bIns="0" anchor="t" anchorCtr="0">
            <a:spAutoFit/>
          </a:bodyPr>
          <a:lstStyle/>
          <a:p>
            <a:pPr marL="0" marR="0" lvl="0" indent="0" algn="l" rtl="0">
              <a:lnSpc>
                <a:spcPct val="139989"/>
              </a:lnSpc>
              <a:spcBef>
                <a:spcPts val="0"/>
              </a:spcBef>
              <a:spcAft>
                <a:spcPts val="0"/>
              </a:spcAft>
              <a:buNone/>
            </a:pPr>
            <a:r>
              <a:rPr lang="en-US" sz="5400" b="1" i="0" u="none" strike="noStrike" cap="none" dirty="0">
                <a:solidFill>
                  <a:srgbClr val="6C1860"/>
                </a:solidFill>
                <a:latin typeface="Arial"/>
                <a:ea typeface="Arial"/>
                <a:cs typeface="Arial"/>
                <a:sym typeface="Arial"/>
              </a:rPr>
              <a:t>Three-dimensional finite element simulations</a:t>
            </a:r>
            <a:endParaRPr sz="1000" b="1" dirty="0"/>
          </a:p>
        </p:txBody>
      </p:sp>
      <p:sp>
        <p:nvSpPr>
          <p:cNvPr id="7" name="Google Shape;128;p4">
            <a:extLst>
              <a:ext uri="{FF2B5EF4-FFF2-40B4-BE49-F238E27FC236}">
                <a16:creationId xmlns:a16="http://schemas.microsoft.com/office/drawing/2014/main" id="{B1A09917-62E6-058C-6221-3E5C589E8D37}"/>
              </a:ext>
            </a:extLst>
          </p:cNvPr>
          <p:cNvSpPr txBox="1"/>
          <p:nvPr/>
        </p:nvSpPr>
        <p:spPr>
          <a:xfrm>
            <a:off x="1120140" y="2140200"/>
            <a:ext cx="14607539" cy="1938992"/>
          </a:xfrm>
          <a:prstGeom prst="rect">
            <a:avLst/>
          </a:prstGeom>
          <a:noFill/>
          <a:ln>
            <a:noFill/>
          </a:ln>
        </p:spPr>
        <p:txBody>
          <a:bodyPr spcFirstLastPara="1" wrap="square" lIns="0" tIns="0" rIns="0" bIns="0" anchor="t" anchorCtr="0">
            <a:spAutoFit/>
          </a:bodyPr>
          <a:lstStyle/>
          <a:p>
            <a:pPr lvl="0" algn="just">
              <a:lnSpc>
                <a:spcPct val="140000"/>
              </a:lnSpc>
            </a:pPr>
            <a:r>
              <a:rPr lang="en-US" sz="3000" dirty="0"/>
              <a:t>Numerical results of lining pressures are presented at the </a:t>
            </a:r>
            <a:r>
              <a:rPr lang="en-US" sz="3000" b="1" dirty="0"/>
              <a:t>end of construction </a:t>
            </a:r>
            <a:r>
              <a:rPr lang="en-US" sz="3000" dirty="0"/>
              <a:t>and </a:t>
            </a:r>
            <a:r>
              <a:rPr lang="en-US" sz="3000" b="1" dirty="0"/>
              <a:t>after 3,000 days</a:t>
            </a:r>
            <a:r>
              <a:rPr lang="en-US" sz="3000" dirty="0"/>
              <a:t>, representing long-term viscous stabilization. </a:t>
            </a:r>
          </a:p>
          <a:p>
            <a:pPr lvl="0" algn="just">
              <a:lnSpc>
                <a:spcPct val="140000"/>
              </a:lnSpc>
            </a:pPr>
            <a:r>
              <a:rPr lang="en-US" sz="3000" dirty="0"/>
              <a:t>The anisotropies of pressures are represented by:</a:t>
            </a:r>
          </a:p>
        </p:txBody>
      </p:sp>
      <p:pic>
        <p:nvPicPr>
          <p:cNvPr id="9" name="Gráfico 8">
            <a:extLst>
              <a:ext uri="{FF2B5EF4-FFF2-40B4-BE49-F238E27FC236}">
                <a16:creationId xmlns:a16="http://schemas.microsoft.com/office/drawing/2014/main" id="{5B96DD95-91F2-0F45-C1DB-577ECA0C942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750347" y="4424229"/>
            <a:ext cx="3066460" cy="893143"/>
          </a:xfrm>
          <a:prstGeom prst="rect">
            <a:avLst/>
          </a:prstGeom>
        </p:spPr>
      </p:pic>
      <p:pic>
        <p:nvPicPr>
          <p:cNvPr id="11" name="Gráfico 10">
            <a:extLst>
              <a:ext uri="{FF2B5EF4-FFF2-40B4-BE49-F238E27FC236}">
                <a16:creationId xmlns:a16="http://schemas.microsoft.com/office/drawing/2014/main" id="{EFC9CF66-BBC6-3E5C-9BED-A1F4F814F65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283884" y="5777851"/>
            <a:ext cx="13999386" cy="4214552"/>
          </a:xfrm>
          <a:prstGeom prst="rect">
            <a:avLst/>
          </a:prstGeom>
        </p:spPr>
      </p:pic>
    </p:spTree>
    <p:extLst>
      <p:ext uri="{BB962C8B-B14F-4D97-AF65-F5344CB8AC3E}">
        <p14:creationId xmlns:p14="http://schemas.microsoft.com/office/powerpoint/2010/main" val="31570817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20">
          <a:extLst>
            <a:ext uri="{FF2B5EF4-FFF2-40B4-BE49-F238E27FC236}">
              <a16:creationId xmlns:a16="http://schemas.microsoft.com/office/drawing/2014/main" id="{DE621B14-BF08-E95A-43C3-09A5C23A33DE}"/>
            </a:ext>
          </a:extLst>
        </p:cNvPr>
        <p:cNvGrpSpPr/>
        <p:nvPr/>
      </p:nvGrpSpPr>
      <p:grpSpPr>
        <a:xfrm>
          <a:off x="0" y="0"/>
          <a:ext cx="0" cy="0"/>
          <a:chOff x="0" y="0"/>
          <a:chExt cx="0" cy="0"/>
        </a:xfrm>
      </p:grpSpPr>
      <p:sp>
        <p:nvSpPr>
          <p:cNvPr id="5" name="Espaço Reservado para Número de Slide 2">
            <a:extLst>
              <a:ext uri="{FF2B5EF4-FFF2-40B4-BE49-F238E27FC236}">
                <a16:creationId xmlns:a16="http://schemas.microsoft.com/office/drawing/2014/main" id="{A1CBFEDA-AE2C-ADE3-03B2-AFBBBD4460A2}"/>
              </a:ext>
            </a:extLst>
          </p:cNvPr>
          <p:cNvSpPr>
            <a:spLocks noGrp="1"/>
          </p:cNvSpPr>
          <p:nvPr>
            <p:ph type="sldNum" idx="12"/>
          </p:nvPr>
        </p:nvSpPr>
        <p:spPr>
          <a:xfrm>
            <a:off x="17541240" y="157461"/>
            <a:ext cx="576163" cy="360699"/>
          </a:xfrm>
        </p:spPr>
        <p:txBody>
          <a:bodyPr/>
          <a:lstStyle/>
          <a:p>
            <a:pPr marL="0" lvl="0" indent="0" algn="r" rtl="0">
              <a:spcBef>
                <a:spcPts val="0"/>
              </a:spcBef>
              <a:spcAft>
                <a:spcPts val="0"/>
              </a:spcAft>
              <a:buNone/>
            </a:pPr>
            <a:fld id="{00000000-1234-1234-1234-123412341234}" type="slidenum">
              <a:rPr lang="en-US" sz="2400" smtClean="0">
                <a:solidFill>
                  <a:srgbClr val="FFF4F3"/>
                </a:solidFill>
              </a:rPr>
              <a:t>14</a:t>
            </a:fld>
            <a:endParaRPr lang="en-US" sz="1800" dirty="0">
              <a:solidFill>
                <a:srgbClr val="FFF4F3"/>
              </a:solidFill>
            </a:endParaRPr>
          </a:p>
        </p:txBody>
      </p:sp>
      <p:sp>
        <p:nvSpPr>
          <p:cNvPr id="2" name="Google Shape;103;p2">
            <a:extLst>
              <a:ext uri="{FF2B5EF4-FFF2-40B4-BE49-F238E27FC236}">
                <a16:creationId xmlns:a16="http://schemas.microsoft.com/office/drawing/2014/main" id="{A0A8373C-1E9E-000F-DE69-7CA5ED48B664}"/>
              </a:ext>
            </a:extLst>
          </p:cNvPr>
          <p:cNvSpPr txBox="1"/>
          <p:nvPr/>
        </p:nvSpPr>
        <p:spPr>
          <a:xfrm>
            <a:off x="1028700" y="631768"/>
            <a:ext cx="15415260" cy="1163395"/>
          </a:xfrm>
          <a:prstGeom prst="rect">
            <a:avLst/>
          </a:prstGeom>
          <a:noFill/>
          <a:ln>
            <a:noFill/>
          </a:ln>
        </p:spPr>
        <p:txBody>
          <a:bodyPr spcFirstLastPara="1" wrap="square" lIns="0" tIns="0" rIns="0" bIns="0" anchor="t" anchorCtr="0">
            <a:spAutoFit/>
          </a:bodyPr>
          <a:lstStyle/>
          <a:p>
            <a:pPr marL="0" marR="0" lvl="0" indent="0" algn="l" rtl="0">
              <a:lnSpc>
                <a:spcPct val="139989"/>
              </a:lnSpc>
              <a:spcBef>
                <a:spcPts val="0"/>
              </a:spcBef>
              <a:spcAft>
                <a:spcPts val="0"/>
              </a:spcAft>
              <a:buNone/>
            </a:pPr>
            <a:r>
              <a:rPr lang="en-US" sz="5400" b="1" i="0" u="none" strike="noStrike" cap="none" dirty="0">
                <a:solidFill>
                  <a:srgbClr val="6C1860"/>
                </a:solidFill>
                <a:latin typeface="Arial"/>
                <a:ea typeface="Arial"/>
                <a:cs typeface="Arial"/>
                <a:sym typeface="Arial"/>
              </a:rPr>
              <a:t>Three-dimensional finite element simulations</a:t>
            </a:r>
            <a:endParaRPr sz="1000" b="1" dirty="0"/>
          </a:p>
        </p:txBody>
      </p:sp>
      <mc:AlternateContent xmlns:mc="http://schemas.openxmlformats.org/markup-compatibility/2006">
        <mc:Choice xmlns:a14="http://schemas.microsoft.com/office/drawing/2010/main" Requires="a14">
          <p:sp>
            <p:nvSpPr>
              <p:cNvPr id="3" name="Google Shape;128;p4">
                <a:extLst>
                  <a:ext uri="{FF2B5EF4-FFF2-40B4-BE49-F238E27FC236}">
                    <a16:creationId xmlns:a16="http://schemas.microsoft.com/office/drawing/2014/main" id="{1E62D6CA-2444-8E20-8E48-96B2D5F979C6}"/>
                  </a:ext>
                </a:extLst>
              </p:cNvPr>
              <p:cNvSpPr txBox="1"/>
              <p:nvPr/>
            </p:nvSpPr>
            <p:spPr>
              <a:xfrm>
                <a:off x="7719060" y="2171788"/>
                <a:ext cx="5021580" cy="1998945"/>
              </a:xfrm>
              <a:prstGeom prst="rect">
                <a:avLst/>
              </a:prstGeom>
              <a:noFill/>
              <a:ln>
                <a:noFill/>
              </a:ln>
            </p:spPr>
            <p:txBody>
              <a:bodyPr spcFirstLastPara="1" wrap="square" lIns="0" tIns="0" rIns="0" bIns="0" anchor="t" anchorCtr="0">
                <a:spAutoFit/>
              </a:bodyPr>
              <a:lstStyle/>
              <a:p>
                <a:pPr lvl="0" algn="just">
                  <a:lnSpc>
                    <a:spcPct val="140000"/>
                  </a:lnSpc>
                </a:pPr>
                <a:r>
                  <a:rPr lang="en-US" sz="3000" b="1" dirty="0"/>
                  <a:t>Lining model data:</a:t>
                </a:r>
              </a:p>
              <a:p>
                <a:pPr marL="457200" lvl="0" indent="-457200" algn="just">
                  <a:lnSpc>
                    <a:spcPct val="140000"/>
                  </a:lnSpc>
                  <a:buFont typeface="Wingdings" panose="05000000000000000000" pitchFamily="2" charset="2"/>
                  <a:buChar char="§"/>
                </a:pPr>
                <a14:m>
                  <m:oMath xmlns:m="http://schemas.openxmlformats.org/officeDocument/2006/math">
                    <m:sSub>
                      <m:sSubPr>
                        <m:ctrlPr>
                          <a:rPr lang="pt-BR" sz="3000" i="1" smtClean="0">
                            <a:latin typeface="Cambria Math" panose="02040503050406030204" pitchFamily="18" charset="0"/>
                          </a:rPr>
                        </m:ctrlPr>
                      </m:sSubPr>
                      <m:e>
                        <m:r>
                          <a:rPr lang="pt-BR" sz="3000" b="0" i="1" smtClean="0">
                            <a:latin typeface="Cambria Math" panose="02040503050406030204" pitchFamily="18" charset="0"/>
                          </a:rPr>
                          <m:t>𝐸</m:t>
                        </m:r>
                      </m:e>
                      <m:sub>
                        <m:sSub>
                          <m:sSubPr>
                            <m:ctrlPr>
                              <a:rPr lang="pt-BR" sz="3000" b="0" i="1" smtClean="0">
                                <a:latin typeface="Cambria Math" panose="02040503050406030204" pitchFamily="18" charset="0"/>
                              </a:rPr>
                            </m:ctrlPr>
                          </m:sSubPr>
                          <m:e>
                            <m:r>
                              <a:rPr lang="pt-BR" sz="3000" b="0" i="1" smtClean="0">
                                <a:latin typeface="Cambria Math" panose="02040503050406030204" pitchFamily="18" charset="0"/>
                              </a:rPr>
                              <m:t>𝑐</m:t>
                            </m:r>
                          </m:e>
                          <m:sub>
                            <m:r>
                              <a:rPr lang="pt-BR" sz="3000" b="0" i="1" smtClean="0">
                                <a:latin typeface="Cambria Math" panose="02040503050406030204" pitchFamily="18" charset="0"/>
                              </a:rPr>
                              <m:t>28</m:t>
                            </m:r>
                          </m:sub>
                        </m:sSub>
                      </m:sub>
                    </m:sSub>
                    <m:r>
                      <a:rPr lang="pt-BR" sz="3000" b="0" i="1" smtClean="0">
                        <a:latin typeface="Cambria Math" panose="02040503050406030204" pitchFamily="18" charset="0"/>
                      </a:rPr>
                      <m:t>=25,146 </m:t>
                    </m:r>
                    <m:r>
                      <m:rPr>
                        <m:nor/>
                      </m:rPr>
                      <a:rPr lang="pt-BR" sz="3000" i="0" smtClean="0">
                        <a:latin typeface="Cambria Math" panose="02040503050406030204" pitchFamily="18" charset="0"/>
                      </a:rPr>
                      <m:t>M</m:t>
                    </m:r>
                    <m:r>
                      <m:rPr>
                        <m:nor/>
                      </m:rPr>
                      <a:rPr lang="pt-BR" sz="3000" b="0" i="0" smtClean="0">
                        <a:latin typeface="Cambria Math" panose="02040503050406030204" pitchFamily="18" charset="0"/>
                      </a:rPr>
                      <m:t>P</m:t>
                    </m:r>
                    <m:r>
                      <m:rPr>
                        <m:nor/>
                      </m:rPr>
                      <a:rPr lang="pt-BR" sz="3000" i="0" smtClean="0">
                        <a:latin typeface="Cambria Math" panose="02040503050406030204" pitchFamily="18" charset="0"/>
                      </a:rPr>
                      <m:t>a</m:t>
                    </m:r>
                  </m:oMath>
                </a14:m>
                <a:endParaRPr lang="en-US" sz="3000" dirty="0"/>
              </a:p>
              <a:p>
                <a:pPr marL="457200" indent="-457200" algn="just">
                  <a:lnSpc>
                    <a:spcPct val="140000"/>
                  </a:lnSpc>
                  <a:buFont typeface="Wingdings" panose="05000000000000000000" pitchFamily="2" charset="2"/>
                  <a:buChar char="§"/>
                </a:pPr>
                <a14:m>
                  <m:oMath xmlns:m="http://schemas.openxmlformats.org/officeDocument/2006/math">
                    <m:sSub>
                      <m:sSubPr>
                        <m:ctrlPr>
                          <a:rPr lang="pt-BR" sz="3000" i="1">
                            <a:latin typeface="Cambria Math" panose="02040503050406030204" pitchFamily="18" charset="0"/>
                          </a:rPr>
                        </m:ctrlPr>
                      </m:sSubPr>
                      <m:e>
                        <m:r>
                          <a:rPr lang="pt-BR" sz="3000" b="0" i="1" smtClean="0">
                            <a:latin typeface="Cambria Math" panose="02040503050406030204" pitchFamily="18" charset="0"/>
                          </a:rPr>
                          <m:t>𝜈</m:t>
                        </m:r>
                      </m:e>
                      <m:sub>
                        <m:r>
                          <a:rPr lang="pt-BR" sz="3000" b="0" i="1" smtClean="0">
                            <a:latin typeface="Cambria Math" panose="02040503050406030204" pitchFamily="18" charset="0"/>
                          </a:rPr>
                          <m:t>𝑐</m:t>
                        </m:r>
                      </m:sub>
                    </m:sSub>
                    <m:r>
                      <a:rPr lang="pt-BR" sz="3000" i="1">
                        <a:latin typeface="Cambria Math" panose="02040503050406030204" pitchFamily="18" charset="0"/>
                      </a:rPr>
                      <m:t>=</m:t>
                    </m:r>
                    <m:r>
                      <a:rPr lang="pt-BR" sz="3000" b="0" i="1" smtClean="0">
                        <a:latin typeface="Cambria Math" panose="02040503050406030204" pitchFamily="18" charset="0"/>
                      </a:rPr>
                      <m:t>0,</m:t>
                    </m:r>
                  </m:oMath>
                </a14:m>
                <a:r>
                  <a:rPr lang="en-US" sz="3000" dirty="0"/>
                  <a:t>2</a:t>
                </a:r>
              </a:p>
            </p:txBody>
          </p:sp>
        </mc:Choice>
        <mc:Fallback>
          <p:sp>
            <p:nvSpPr>
              <p:cNvPr id="3" name="Google Shape;128;p4">
                <a:extLst>
                  <a:ext uri="{FF2B5EF4-FFF2-40B4-BE49-F238E27FC236}">
                    <a16:creationId xmlns:a16="http://schemas.microsoft.com/office/drawing/2014/main" id="{1E62D6CA-2444-8E20-8E48-96B2D5F979C6}"/>
                  </a:ext>
                </a:extLst>
              </p:cNvPr>
              <p:cNvSpPr txBox="1">
                <a:spLocks noRot="1" noChangeAspect="1" noMove="1" noResize="1" noEditPoints="1" noAdjustHandles="1" noChangeArrowheads="1" noChangeShapeType="1" noTextEdit="1"/>
              </p:cNvSpPr>
              <p:nvPr/>
            </p:nvSpPr>
            <p:spPr>
              <a:xfrm>
                <a:off x="7719060" y="2171788"/>
                <a:ext cx="5021580" cy="1998945"/>
              </a:xfrm>
              <a:prstGeom prst="rect">
                <a:avLst/>
              </a:prstGeom>
              <a:blipFill>
                <a:blip r:embed="rId4"/>
                <a:stretch>
                  <a:fillRect l="-4612" t="-610" b="-7012"/>
                </a:stretch>
              </a:blipFill>
              <a:ln>
                <a:noFill/>
              </a:ln>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8" name="Google Shape;128;p4">
                <a:extLst>
                  <a:ext uri="{FF2B5EF4-FFF2-40B4-BE49-F238E27FC236}">
                    <a16:creationId xmlns:a16="http://schemas.microsoft.com/office/drawing/2014/main" id="{1849CFB4-D647-0843-8463-9CF71390CEDB}"/>
                  </a:ext>
                </a:extLst>
              </p:cNvPr>
              <p:cNvSpPr txBox="1"/>
              <p:nvPr/>
            </p:nvSpPr>
            <p:spPr>
              <a:xfrm>
                <a:off x="1181100" y="2171788"/>
                <a:ext cx="5021580" cy="5170646"/>
              </a:xfrm>
              <a:prstGeom prst="rect">
                <a:avLst/>
              </a:prstGeom>
              <a:noFill/>
              <a:ln>
                <a:noFill/>
              </a:ln>
            </p:spPr>
            <p:txBody>
              <a:bodyPr spcFirstLastPara="1" wrap="square" lIns="0" tIns="0" rIns="0" bIns="0" anchor="t" anchorCtr="0">
                <a:spAutoFit/>
              </a:bodyPr>
              <a:lstStyle/>
              <a:p>
                <a:pPr lvl="0" algn="just">
                  <a:lnSpc>
                    <a:spcPct val="140000"/>
                  </a:lnSpc>
                </a:pPr>
                <a:r>
                  <a:rPr lang="en-US" sz="3000" b="1" dirty="0"/>
                  <a:t>Rockmass model data:</a:t>
                </a:r>
              </a:p>
              <a:p>
                <a:pPr marL="457200" lvl="0" indent="-457200" algn="just">
                  <a:lnSpc>
                    <a:spcPct val="140000"/>
                  </a:lnSpc>
                  <a:buFont typeface="Wingdings" panose="05000000000000000000" pitchFamily="2" charset="2"/>
                  <a:buChar char="§"/>
                </a:pPr>
                <a14:m>
                  <m:oMath xmlns:m="http://schemas.openxmlformats.org/officeDocument/2006/math">
                    <m:sSub>
                      <m:sSubPr>
                        <m:ctrlPr>
                          <a:rPr lang="pt-BR" sz="3000" i="1" smtClean="0">
                            <a:latin typeface="Cambria Math" panose="02040503050406030204" pitchFamily="18" charset="0"/>
                          </a:rPr>
                        </m:ctrlPr>
                      </m:sSubPr>
                      <m:e>
                        <m:r>
                          <a:rPr lang="pt-BR" sz="3000" b="0" i="1" smtClean="0">
                            <a:latin typeface="Cambria Math" panose="02040503050406030204" pitchFamily="18" charset="0"/>
                          </a:rPr>
                          <m:t>𝐸</m:t>
                        </m:r>
                      </m:e>
                      <m:sub>
                        <m:r>
                          <a:rPr lang="pt-BR" sz="3000" b="0" i="1" smtClean="0">
                            <a:latin typeface="Cambria Math" panose="02040503050406030204" pitchFamily="18" charset="0"/>
                          </a:rPr>
                          <m:t>𝑚</m:t>
                        </m:r>
                      </m:sub>
                    </m:sSub>
                    <m:r>
                      <a:rPr lang="pt-BR" sz="3000" b="0" i="1" smtClean="0">
                        <a:latin typeface="Cambria Math" panose="02040503050406030204" pitchFamily="18" charset="0"/>
                      </a:rPr>
                      <m:t>=1,400 </m:t>
                    </m:r>
                    <m:r>
                      <m:rPr>
                        <m:nor/>
                      </m:rPr>
                      <a:rPr lang="pt-BR" sz="3000" i="0" smtClean="0">
                        <a:latin typeface="Cambria Math" panose="02040503050406030204" pitchFamily="18" charset="0"/>
                      </a:rPr>
                      <m:t>M</m:t>
                    </m:r>
                    <m:r>
                      <m:rPr>
                        <m:nor/>
                      </m:rPr>
                      <a:rPr lang="pt-BR" sz="3000" b="0" i="0" smtClean="0">
                        <a:latin typeface="Cambria Math" panose="02040503050406030204" pitchFamily="18" charset="0"/>
                      </a:rPr>
                      <m:t>P</m:t>
                    </m:r>
                    <m:r>
                      <m:rPr>
                        <m:nor/>
                      </m:rPr>
                      <a:rPr lang="pt-BR" sz="3000" i="0" smtClean="0">
                        <a:latin typeface="Cambria Math" panose="02040503050406030204" pitchFamily="18" charset="0"/>
                      </a:rPr>
                      <m:t>a</m:t>
                    </m:r>
                  </m:oMath>
                </a14:m>
                <a:endParaRPr lang="en-US" sz="3000" dirty="0"/>
              </a:p>
              <a:p>
                <a:pPr marL="457200" indent="-457200" algn="just">
                  <a:lnSpc>
                    <a:spcPct val="140000"/>
                  </a:lnSpc>
                  <a:buFont typeface="Wingdings" panose="05000000000000000000" pitchFamily="2" charset="2"/>
                  <a:buChar char="§"/>
                </a:pPr>
                <a14:m>
                  <m:oMath xmlns:m="http://schemas.openxmlformats.org/officeDocument/2006/math">
                    <m:sSub>
                      <m:sSubPr>
                        <m:ctrlPr>
                          <a:rPr lang="pt-BR" sz="3000" i="1">
                            <a:latin typeface="Cambria Math" panose="02040503050406030204" pitchFamily="18" charset="0"/>
                          </a:rPr>
                        </m:ctrlPr>
                      </m:sSubPr>
                      <m:e>
                        <m:r>
                          <a:rPr lang="pt-BR" sz="3000" b="0" i="1" smtClean="0">
                            <a:latin typeface="Cambria Math" panose="02040503050406030204" pitchFamily="18" charset="0"/>
                          </a:rPr>
                          <m:t>𝜈</m:t>
                        </m:r>
                      </m:e>
                      <m:sub>
                        <m:r>
                          <a:rPr lang="pt-BR" sz="3000" i="1">
                            <a:latin typeface="Cambria Math" panose="02040503050406030204" pitchFamily="18" charset="0"/>
                          </a:rPr>
                          <m:t>𝑚</m:t>
                        </m:r>
                      </m:sub>
                    </m:sSub>
                    <m:r>
                      <a:rPr lang="pt-BR" sz="3000" i="1">
                        <a:latin typeface="Cambria Math" panose="02040503050406030204" pitchFamily="18" charset="0"/>
                      </a:rPr>
                      <m:t>=</m:t>
                    </m:r>
                    <m:r>
                      <a:rPr lang="pt-BR" sz="3000" b="0" i="1" smtClean="0">
                        <a:latin typeface="Cambria Math" panose="02040503050406030204" pitchFamily="18" charset="0"/>
                      </a:rPr>
                      <m:t>0,4</m:t>
                    </m:r>
                  </m:oMath>
                </a14:m>
                <a:endParaRPr lang="en-US" sz="3000" dirty="0"/>
              </a:p>
              <a:p>
                <a:pPr marL="457200" indent="-457200" algn="just">
                  <a:lnSpc>
                    <a:spcPct val="140000"/>
                  </a:lnSpc>
                  <a:buFont typeface="Wingdings" panose="05000000000000000000" pitchFamily="2" charset="2"/>
                  <a:buChar char="§"/>
                </a:pPr>
                <a14:m>
                  <m:oMath xmlns:m="http://schemas.openxmlformats.org/officeDocument/2006/math">
                    <m:sSup>
                      <m:sSupPr>
                        <m:ctrlPr>
                          <a:rPr lang="pt-BR" sz="3000" b="0" i="1" smtClean="0">
                            <a:latin typeface="Cambria Math" panose="02040503050406030204" pitchFamily="18" charset="0"/>
                          </a:rPr>
                        </m:ctrlPr>
                      </m:sSupPr>
                      <m:e>
                        <m:r>
                          <a:rPr lang="pt-BR" sz="3000" b="0" i="1" smtClean="0">
                            <a:latin typeface="Cambria Math" panose="02040503050406030204" pitchFamily="18" charset="0"/>
                          </a:rPr>
                          <m:t>𝑐</m:t>
                        </m:r>
                      </m:e>
                      <m:sup>
                        <m:r>
                          <a:rPr lang="pt-BR" sz="3000" b="0" i="1" smtClean="0">
                            <a:latin typeface="Cambria Math" panose="02040503050406030204" pitchFamily="18" charset="0"/>
                          </a:rPr>
                          <m:t>𝑝</m:t>
                        </m:r>
                      </m:sup>
                    </m:sSup>
                    <m:r>
                      <a:rPr lang="pt-BR" sz="3000" i="1">
                        <a:latin typeface="Cambria Math" panose="02040503050406030204" pitchFamily="18" charset="0"/>
                      </a:rPr>
                      <m:t>=</m:t>
                    </m:r>
                    <m:r>
                      <a:rPr lang="pt-BR" sz="3000" b="0" i="1" smtClean="0">
                        <a:latin typeface="Cambria Math" panose="02040503050406030204" pitchFamily="18" charset="0"/>
                      </a:rPr>
                      <m:t>4</m:t>
                    </m:r>
                    <m:r>
                      <a:rPr lang="pt-BR" sz="3000" i="1">
                        <a:latin typeface="Cambria Math" panose="02040503050406030204" pitchFamily="18" charset="0"/>
                      </a:rPr>
                      <m:t> </m:t>
                    </m:r>
                    <m:r>
                      <m:rPr>
                        <m:nor/>
                      </m:rPr>
                      <a:rPr lang="pt-BR" sz="3000">
                        <a:latin typeface="Cambria Math" panose="02040503050406030204" pitchFamily="18" charset="0"/>
                      </a:rPr>
                      <m:t>M</m:t>
                    </m:r>
                    <m:r>
                      <m:rPr>
                        <m:nor/>
                      </m:rPr>
                      <a:rPr lang="pt-BR" sz="3000" b="0" i="0" smtClean="0">
                        <a:latin typeface="Cambria Math" panose="02040503050406030204" pitchFamily="18" charset="0"/>
                      </a:rPr>
                      <m:t>P</m:t>
                    </m:r>
                    <m:r>
                      <m:rPr>
                        <m:nor/>
                      </m:rPr>
                      <a:rPr lang="pt-BR" sz="3000">
                        <a:latin typeface="Cambria Math" panose="02040503050406030204" pitchFamily="18" charset="0"/>
                      </a:rPr>
                      <m:t>a</m:t>
                    </m:r>
                  </m:oMath>
                </a14:m>
                <a:endParaRPr lang="en-US" sz="3000" dirty="0"/>
              </a:p>
              <a:p>
                <a:pPr marL="457200" indent="-457200" algn="just">
                  <a:lnSpc>
                    <a:spcPct val="140000"/>
                  </a:lnSpc>
                  <a:buFont typeface="Wingdings" panose="05000000000000000000" pitchFamily="2" charset="2"/>
                  <a:buChar char="§"/>
                </a:pPr>
                <a14:m>
                  <m:oMath xmlns:m="http://schemas.openxmlformats.org/officeDocument/2006/math">
                    <m:sSup>
                      <m:sSupPr>
                        <m:ctrlPr>
                          <a:rPr lang="pt-BR" sz="3000" b="0" i="1" smtClean="0">
                            <a:latin typeface="Cambria Math" panose="02040503050406030204" pitchFamily="18" charset="0"/>
                          </a:rPr>
                        </m:ctrlPr>
                      </m:sSupPr>
                      <m:e>
                        <m:r>
                          <a:rPr lang="pt-BR" sz="3000" i="1" smtClean="0">
                            <a:latin typeface="Cambria Math" panose="02040503050406030204" pitchFamily="18" charset="0"/>
                          </a:rPr>
                          <m:t>𝜙</m:t>
                        </m:r>
                      </m:e>
                      <m:sup>
                        <m:r>
                          <a:rPr lang="pt-BR" sz="3000" b="0" i="1" smtClean="0">
                            <a:latin typeface="Cambria Math" panose="02040503050406030204" pitchFamily="18" charset="0"/>
                          </a:rPr>
                          <m:t>𝑝</m:t>
                        </m:r>
                      </m:sup>
                    </m:sSup>
                    <m:r>
                      <a:rPr lang="pt-BR" sz="3000" i="1">
                        <a:latin typeface="Cambria Math" panose="02040503050406030204" pitchFamily="18" charset="0"/>
                      </a:rPr>
                      <m:t>=</m:t>
                    </m:r>
                    <m:sSup>
                      <m:sSupPr>
                        <m:ctrlPr>
                          <a:rPr lang="pt-BR" sz="3000" i="1" smtClean="0">
                            <a:latin typeface="Cambria Math" panose="02040503050406030204" pitchFamily="18" charset="0"/>
                          </a:rPr>
                        </m:ctrlPr>
                      </m:sSupPr>
                      <m:e>
                        <m:r>
                          <a:rPr lang="pt-BR" sz="3000" b="0" i="1" smtClean="0">
                            <a:latin typeface="Cambria Math" panose="02040503050406030204" pitchFamily="18" charset="0"/>
                          </a:rPr>
                          <m:t>0</m:t>
                        </m:r>
                      </m:e>
                      <m:sup>
                        <m:r>
                          <a:rPr lang="pt-BR" sz="3000" i="1">
                            <a:latin typeface="Cambria Math" panose="02040503050406030204" pitchFamily="18" charset="0"/>
                          </a:rPr>
                          <m:t>∘</m:t>
                        </m:r>
                      </m:sup>
                    </m:sSup>
                    <m:r>
                      <a:rPr lang="pt-BR" sz="3000" b="0" i="1" smtClean="0">
                        <a:latin typeface="Cambria Math" panose="02040503050406030204" pitchFamily="18" charset="0"/>
                      </a:rPr>
                      <m:t> </m:t>
                    </m:r>
                    <m:r>
                      <m:rPr>
                        <m:nor/>
                      </m:rPr>
                      <a:rPr lang="pt-BR" sz="3000" b="0" i="0" smtClean="0">
                        <a:latin typeface="Cambria Math" panose="02040503050406030204" pitchFamily="18" charset="0"/>
                      </a:rPr>
                      <m:t>and</m:t>
                    </m:r>
                    <m:r>
                      <m:rPr>
                        <m:nor/>
                      </m:rPr>
                      <a:rPr lang="pt-BR" sz="3000" b="0" i="0" smtClean="0">
                        <a:latin typeface="Cambria Math" panose="02040503050406030204" pitchFamily="18" charset="0"/>
                      </a:rPr>
                      <m:t> </m:t>
                    </m:r>
                    <m:sSup>
                      <m:sSupPr>
                        <m:ctrlPr>
                          <a:rPr lang="pt-BR" sz="3000" i="1">
                            <a:latin typeface="Cambria Math" panose="02040503050406030204" pitchFamily="18" charset="0"/>
                          </a:rPr>
                        </m:ctrlPr>
                      </m:sSupPr>
                      <m:e>
                        <m:r>
                          <a:rPr lang="pt-BR" sz="3000" b="0" i="1" smtClean="0">
                            <a:latin typeface="Cambria Math" panose="02040503050406030204" pitchFamily="18" charset="0"/>
                          </a:rPr>
                          <m:t>5</m:t>
                        </m:r>
                      </m:e>
                      <m:sup>
                        <m:r>
                          <a:rPr lang="pt-BR" sz="3000" i="1">
                            <a:latin typeface="Cambria Math" panose="02040503050406030204" pitchFamily="18" charset="0"/>
                          </a:rPr>
                          <m:t>∘</m:t>
                        </m:r>
                      </m:sup>
                    </m:sSup>
                    <m:r>
                      <a:rPr lang="pt-BR" sz="3000" i="1">
                        <a:latin typeface="Cambria Math" panose="02040503050406030204" pitchFamily="18" charset="0"/>
                      </a:rPr>
                      <m:t> </m:t>
                    </m:r>
                  </m:oMath>
                </a14:m>
                <a:endParaRPr lang="en-US" sz="3000" dirty="0"/>
              </a:p>
              <a:p>
                <a:pPr marL="457200" indent="-457200" algn="just">
                  <a:lnSpc>
                    <a:spcPct val="140000"/>
                  </a:lnSpc>
                  <a:buFont typeface="Wingdings" panose="05000000000000000000" pitchFamily="2" charset="2"/>
                  <a:buChar char="§"/>
                </a:pPr>
                <a14:m>
                  <m:oMath xmlns:m="http://schemas.openxmlformats.org/officeDocument/2006/math">
                    <m:sSup>
                      <m:sSupPr>
                        <m:ctrlPr>
                          <a:rPr lang="pt-BR" sz="3000" i="1">
                            <a:latin typeface="Cambria Math" panose="02040503050406030204" pitchFamily="18" charset="0"/>
                          </a:rPr>
                        </m:ctrlPr>
                      </m:sSupPr>
                      <m:e>
                        <m:r>
                          <a:rPr lang="pt-BR" sz="3000" i="1">
                            <a:latin typeface="Cambria Math" panose="02040503050406030204" pitchFamily="18" charset="0"/>
                          </a:rPr>
                          <m:t>𝑐</m:t>
                        </m:r>
                      </m:e>
                      <m:sup>
                        <m:r>
                          <a:rPr lang="pt-BR" sz="3000" b="0" i="1" smtClean="0">
                            <a:latin typeface="Cambria Math" panose="02040503050406030204" pitchFamily="18" charset="0"/>
                          </a:rPr>
                          <m:t>𝑣</m:t>
                        </m:r>
                        <m:r>
                          <a:rPr lang="pt-BR" sz="3000" i="1">
                            <a:latin typeface="Cambria Math" panose="02040503050406030204" pitchFamily="18" charset="0"/>
                          </a:rPr>
                          <m:t>𝑝</m:t>
                        </m:r>
                      </m:sup>
                    </m:sSup>
                    <m:r>
                      <a:rPr lang="pt-BR" sz="3000" i="1">
                        <a:latin typeface="Cambria Math" panose="02040503050406030204" pitchFamily="18" charset="0"/>
                      </a:rPr>
                      <m:t>=</m:t>
                    </m:r>
                    <m:r>
                      <a:rPr lang="pt-BR" sz="3000" b="0" i="1" smtClean="0">
                        <a:latin typeface="Cambria Math" panose="02040503050406030204" pitchFamily="18" charset="0"/>
                      </a:rPr>
                      <m:t>2</m:t>
                    </m:r>
                    <m:r>
                      <a:rPr lang="pt-BR" sz="3000" i="1">
                        <a:latin typeface="Cambria Math" panose="02040503050406030204" pitchFamily="18" charset="0"/>
                      </a:rPr>
                      <m:t> </m:t>
                    </m:r>
                    <m:r>
                      <m:rPr>
                        <m:nor/>
                      </m:rPr>
                      <a:rPr lang="pt-BR" sz="3000">
                        <a:latin typeface="Cambria Math" panose="02040503050406030204" pitchFamily="18" charset="0"/>
                      </a:rPr>
                      <m:t>MPa</m:t>
                    </m:r>
                  </m:oMath>
                </a14:m>
                <a:endParaRPr lang="en-US" sz="3000" dirty="0"/>
              </a:p>
              <a:p>
                <a:pPr marL="457200" indent="-457200" algn="just">
                  <a:lnSpc>
                    <a:spcPct val="140000"/>
                  </a:lnSpc>
                  <a:buFont typeface="Wingdings" panose="05000000000000000000" pitchFamily="2" charset="2"/>
                  <a:buChar char="§"/>
                </a:pPr>
                <a14:m>
                  <m:oMath xmlns:m="http://schemas.openxmlformats.org/officeDocument/2006/math">
                    <m:sSup>
                      <m:sSupPr>
                        <m:ctrlPr>
                          <a:rPr lang="pt-BR" sz="3000" i="1">
                            <a:latin typeface="Cambria Math" panose="02040503050406030204" pitchFamily="18" charset="0"/>
                          </a:rPr>
                        </m:ctrlPr>
                      </m:sSupPr>
                      <m:e>
                        <m:r>
                          <a:rPr lang="pt-BR" sz="3000" i="1">
                            <a:latin typeface="Cambria Math" panose="02040503050406030204" pitchFamily="18" charset="0"/>
                          </a:rPr>
                          <m:t>𝜙</m:t>
                        </m:r>
                      </m:e>
                      <m:sup>
                        <m:r>
                          <a:rPr lang="pt-BR" sz="3000" b="0" i="1" smtClean="0">
                            <a:latin typeface="Cambria Math" panose="02040503050406030204" pitchFamily="18" charset="0"/>
                          </a:rPr>
                          <m:t>𝑣</m:t>
                        </m:r>
                        <m:r>
                          <a:rPr lang="pt-BR" sz="3000" i="1">
                            <a:latin typeface="Cambria Math" panose="02040503050406030204" pitchFamily="18" charset="0"/>
                          </a:rPr>
                          <m:t>𝑝</m:t>
                        </m:r>
                      </m:sup>
                    </m:sSup>
                    <m:r>
                      <a:rPr lang="pt-BR" sz="3000" i="1">
                        <a:latin typeface="Cambria Math" panose="02040503050406030204" pitchFamily="18" charset="0"/>
                      </a:rPr>
                      <m:t>=</m:t>
                    </m:r>
                    <m:sSup>
                      <m:sSupPr>
                        <m:ctrlPr>
                          <a:rPr lang="pt-BR" sz="3000" i="1">
                            <a:latin typeface="Cambria Math" panose="02040503050406030204" pitchFamily="18" charset="0"/>
                          </a:rPr>
                        </m:ctrlPr>
                      </m:sSupPr>
                      <m:e>
                        <m:r>
                          <a:rPr lang="pt-BR" sz="3000" i="1">
                            <a:latin typeface="Cambria Math" panose="02040503050406030204" pitchFamily="18" charset="0"/>
                          </a:rPr>
                          <m:t>0</m:t>
                        </m:r>
                      </m:e>
                      <m:sup>
                        <m:r>
                          <a:rPr lang="pt-BR" sz="3000" i="1">
                            <a:latin typeface="Cambria Math" panose="02040503050406030204" pitchFamily="18" charset="0"/>
                          </a:rPr>
                          <m:t>∘</m:t>
                        </m:r>
                      </m:sup>
                    </m:sSup>
                    <m:r>
                      <a:rPr lang="pt-BR" sz="3000" i="1">
                        <a:latin typeface="Cambria Math" panose="02040503050406030204" pitchFamily="18" charset="0"/>
                      </a:rPr>
                      <m:t> </m:t>
                    </m:r>
                  </m:oMath>
                </a14:m>
                <a:endParaRPr lang="pt-BR" sz="3000" dirty="0">
                  <a:latin typeface="Cambria Math" panose="02040503050406030204" pitchFamily="18" charset="0"/>
                </a:endParaRPr>
              </a:p>
              <a:p>
                <a:pPr marL="457200" indent="-457200" algn="just">
                  <a:lnSpc>
                    <a:spcPct val="140000"/>
                  </a:lnSpc>
                  <a:buFont typeface="Wingdings" panose="05000000000000000000" pitchFamily="2" charset="2"/>
                  <a:buChar char="§"/>
                </a:pPr>
                <a14:m>
                  <m:oMath xmlns:m="http://schemas.openxmlformats.org/officeDocument/2006/math">
                    <m:r>
                      <a:rPr lang="pt-BR" sz="3000" b="0" i="1" smtClean="0">
                        <a:latin typeface="Cambria Math" panose="02040503050406030204" pitchFamily="18" charset="0"/>
                      </a:rPr>
                      <m:t>𝜂</m:t>
                    </m:r>
                    <m:r>
                      <a:rPr lang="pt-BR" sz="3000" b="0" i="1" smtClean="0">
                        <a:latin typeface="Cambria Math" panose="02040503050406030204" pitchFamily="18" charset="0"/>
                      </a:rPr>
                      <m:t>=40,000 </m:t>
                    </m:r>
                    <m:r>
                      <m:rPr>
                        <m:nor/>
                      </m:rPr>
                      <a:rPr lang="pt-BR" sz="3000" b="0" i="0" smtClean="0">
                        <a:latin typeface="Cambria Math" panose="02040503050406030204" pitchFamily="18" charset="0"/>
                      </a:rPr>
                      <m:t>MPa</m:t>
                    </m:r>
                    <m:r>
                      <m:rPr>
                        <m:nor/>
                      </m:rPr>
                      <a:rPr lang="pt-BR" sz="3000" b="0" i="0" smtClean="0">
                        <a:latin typeface="Cambria Math" panose="02040503050406030204" pitchFamily="18" charset="0"/>
                      </a:rPr>
                      <m:t> . </m:t>
                    </m:r>
                    <m:r>
                      <m:rPr>
                        <m:nor/>
                      </m:rPr>
                      <a:rPr lang="pt-BR" sz="3000" b="0" i="0" smtClean="0">
                        <a:latin typeface="Cambria Math" panose="02040503050406030204" pitchFamily="18" charset="0"/>
                      </a:rPr>
                      <m:t>day</m:t>
                    </m:r>
                    <m:r>
                      <a:rPr lang="pt-BR" sz="3000" i="1">
                        <a:latin typeface="Cambria Math" panose="02040503050406030204" pitchFamily="18" charset="0"/>
                      </a:rPr>
                      <m:t> </m:t>
                    </m:r>
                  </m:oMath>
                </a14:m>
                <a:endParaRPr lang="en-US" sz="3000" dirty="0"/>
              </a:p>
            </p:txBody>
          </p:sp>
        </mc:Choice>
        <mc:Fallback>
          <p:sp>
            <p:nvSpPr>
              <p:cNvPr id="8" name="Google Shape;128;p4">
                <a:extLst>
                  <a:ext uri="{FF2B5EF4-FFF2-40B4-BE49-F238E27FC236}">
                    <a16:creationId xmlns:a16="http://schemas.microsoft.com/office/drawing/2014/main" id="{1849CFB4-D647-0843-8463-9CF71390CEDB}"/>
                  </a:ext>
                </a:extLst>
              </p:cNvPr>
              <p:cNvSpPr txBox="1">
                <a:spLocks noRot="1" noChangeAspect="1" noMove="1" noResize="1" noEditPoints="1" noAdjustHandles="1" noChangeArrowheads="1" noChangeShapeType="1" noTextEdit="1"/>
              </p:cNvSpPr>
              <p:nvPr/>
            </p:nvSpPr>
            <p:spPr>
              <a:xfrm>
                <a:off x="1181100" y="2171788"/>
                <a:ext cx="5021580" cy="5170646"/>
              </a:xfrm>
              <a:prstGeom prst="rect">
                <a:avLst/>
              </a:prstGeom>
              <a:blipFill>
                <a:blip r:embed="rId5"/>
                <a:stretch>
                  <a:fillRect l="-4733" t="-236"/>
                </a:stretch>
              </a:blipFill>
              <a:ln>
                <a:noFill/>
              </a:ln>
            </p:spPr>
            <p:txBody>
              <a:bodyPr/>
              <a:lstStyle/>
              <a:p>
                <a:r>
                  <a:rPr lang="pt-BR">
                    <a:noFill/>
                  </a:rPr>
                  <a:t> </a:t>
                </a:r>
              </a:p>
            </p:txBody>
          </p:sp>
        </mc:Fallback>
      </mc:AlternateContent>
    </p:spTree>
    <p:extLst>
      <p:ext uri="{BB962C8B-B14F-4D97-AF65-F5344CB8AC3E}">
        <p14:creationId xmlns:p14="http://schemas.microsoft.com/office/powerpoint/2010/main" val="22813399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20">
          <a:extLst>
            <a:ext uri="{FF2B5EF4-FFF2-40B4-BE49-F238E27FC236}">
              <a16:creationId xmlns:a16="http://schemas.microsoft.com/office/drawing/2014/main" id="{7B18EF18-66CF-DB5E-DA0A-606551358D88}"/>
            </a:ext>
          </a:extLst>
        </p:cNvPr>
        <p:cNvGrpSpPr/>
        <p:nvPr/>
      </p:nvGrpSpPr>
      <p:grpSpPr>
        <a:xfrm>
          <a:off x="0" y="0"/>
          <a:ext cx="0" cy="0"/>
          <a:chOff x="0" y="0"/>
          <a:chExt cx="0" cy="0"/>
        </a:xfrm>
      </p:grpSpPr>
      <p:sp>
        <p:nvSpPr>
          <p:cNvPr id="5" name="Espaço Reservado para Número de Slide 2">
            <a:extLst>
              <a:ext uri="{FF2B5EF4-FFF2-40B4-BE49-F238E27FC236}">
                <a16:creationId xmlns:a16="http://schemas.microsoft.com/office/drawing/2014/main" id="{21872859-F8A7-3043-7B1B-97043EC9CB69}"/>
              </a:ext>
            </a:extLst>
          </p:cNvPr>
          <p:cNvSpPr>
            <a:spLocks noGrp="1"/>
          </p:cNvSpPr>
          <p:nvPr>
            <p:ph type="sldNum" idx="12"/>
          </p:nvPr>
        </p:nvSpPr>
        <p:spPr>
          <a:xfrm>
            <a:off x="17541240" y="157461"/>
            <a:ext cx="576163" cy="360699"/>
          </a:xfrm>
        </p:spPr>
        <p:txBody>
          <a:bodyPr/>
          <a:lstStyle/>
          <a:p>
            <a:pPr marL="0" lvl="0" indent="0" algn="r" rtl="0">
              <a:spcBef>
                <a:spcPts val="0"/>
              </a:spcBef>
              <a:spcAft>
                <a:spcPts val="0"/>
              </a:spcAft>
              <a:buNone/>
            </a:pPr>
            <a:fld id="{00000000-1234-1234-1234-123412341234}" type="slidenum">
              <a:rPr lang="en-US" sz="2400" smtClean="0">
                <a:solidFill>
                  <a:srgbClr val="FFF4F3"/>
                </a:solidFill>
              </a:rPr>
              <a:t>15</a:t>
            </a:fld>
            <a:endParaRPr lang="en-US" sz="1800" dirty="0">
              <a:solidFill>
                <a:srgbClr val="FFF4F3"/>
              </a:solidFill>
            </a:endParaRPr>
          </a:p>
        </p:txBody>
      </p:sp>
      <p:sp>
        <p:nvSpPr>
          <p:cNvPr id="2" name="Google Shape;103;p2">
            <a:extLst>
              <a:ext uri="{FF2B5EF4-FFF2-40B4-BE49-F238E27FC236}">
                <a16:creationId xmlns:a16="http://schemas.microsoft.com/office/drawing/2014/main" id="{32DDC177-644D-51B6-62C9-E601D808F6CE}"/>
              </a:ext>
            </a:extLst>
          </p:cNvPr>
          <p:cNvSpPr txBox="1"/>
          <p:nvPr/>
        </p:nvSpPr>
        <p:spPr>
          <a:xfrm>
            <a:off x="1028700" y="631768"/>
            <a:ext cx="15415260" cy="1163395"/>
          </a:xfrm>
          <a:prstGeom prst="rect">
            <a:avLst/>
          </a:prstGeom>
          <a:noFill/>
          <a:ln>
            <a:noFill/>
          </a:ln>
        </p:spPr>
        <p:txBody>
          <a:bodyPr spcFirstLastPara="1" wrap="square" lIns="0" tIns="0" rIns="0" bIns="0" anchor="t" anchorCtr="0">
            <a:spAutoFit/>
          </a:bodyPr>
          <a:lstStyle/>
          <a:p>
            <a:pPr marL="0" marR="0" lvl="0" indent="0" algn="l" rtl="0">
              <a:lnSpc>
                <a:spcPct val="139989"/>
              </a:lnSpc>
              <a:spcBef>
                <a:spcPts val="0"/>
              </a:spcBef>
              <a:spcAft>
                <a:spcPts val="0"/>
              </a:spcAft>
              <a:buNone/>
            </a:pPr>
            <a:r>
              <a:rPr lang="en-US" sz="5400" b="1" i="0" u="none" strike="noStrike" cap="none" dirty="0">
                <a:solidFill>
                  <a:srgbClr val="6C1860"/>
                </a:solidFill>
                <a:latin typeface="Arial"/>
                <a:ea typeface="Arial"/>
                <a:cs typeface="Arial"/>
                <a:sym typeface="Arial"/>
              </a:rPr>
              <a:t>Three-dimensional finite element simulations</a:t>
            </a:r>
            <a:endParaRPr sz="1000" b="1" dirty="0"/>
          </a:p>
        </p:txBody>
      </p:sp>
      <p:sp>
        <p:nvSpPr>
          <p:cNvPr id="7" name="Google Shape;128;p4">
            <a:extLst>
              <a:ext uri="{FF2B5EF4-FFF2-40B4-BE49-F238E27FC236}">
                <a16:creationId xmlns:a16="http://schemas.microsoft.com/office/drawing/2014/main" id="{E20D8905-EA94-88A6-C065-7259DDA0DCBC}"/>
              </a:ext>
            </a:extLst>
          </p:cNvPr>
          <p:cNvSpPr txBox="1"/>
          <p:nvPr/>
        </p:nvSpPr>
        <p:spPr>
          <a:xfrm>
            <a:off x="1120140" y="2140200"/>
            <a:ext cx="14257019" cy="646331"/>
          </a:xfrm>
          <a:prstGeom prst="rect">
            <a:avLst/>
          </a:prstGeom>
          <a:noFill/>
          <a:ln>
            <a:noFill/>
          </a:ln>
        </p:spPr>
        <p:txBody>
          <a:bodyPr spcFirstLastPara="1" wrap="square" lIns="0" tIns="0" rIns="0" bIns="0" anchor="t" anchorCtr="0">
            <a:spAutoFit/>
          </a:bodyPr>
          <a:lstStyle/>
          <a:p>
            <a:pPr lvl="0" algn="just">
              <a:lnSpc>
                <a:spcPct val="140000"/>
              </a:lnSpc>
            </a:pPr>
            <a:r>
              <a:rPr lang="en-US" sz="3000" dirty="0"/>
              <a:t>Anisotropy of pressures in longitudinal tunnel lining at the </a:t>
            </a:r>
            <a:r>
              <a:rPr lang="en-US" sz="3000" b="1" dirty="0"/>
              <a:t>end of construction</a:t>
            </a:r>
            <a:r>
              <a:rPr lang="en-US" sz="3000" dirty="0"/>
              <a:t>:</a:t>
            </a:r>
          </a:p>
        </p:txBody>
      </p:sp>
      <p:pic>
        <p:nvPicPr>
          <p:cNvPr id="6" name="Gráfico 5">
            <a:extLst>
              <a:ext uri="{FF2B5EF4-FFF2-40B4-BE49-F238E27FC236}">
                <a16:creationId xmlns:a16="http://schemas.microsoft.com/office/drawing/2014/main" id="{2820C731-5EEF-31B2-E80E-FAE35337E11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0354" y="3286712"/>
            <a:ext cx="7921399" cy="5735298"/>
          </a:xfrm>
          <a:prstGeom prst="rect">
            <a:avLst/>
          </a:prstGeom>
        </p:spPr>
      </p:pic>
      <p:pic>
        <p:nvPicPr>
          <p:cNvPr id="13" name="Gráfico 12">
            <a:extLst>
              <a:ext uri="{FF2B5EF4-FFF2-40B4-BE49-F238E27FC236}">
                <a16:creationId xmlns:a16="http://schemas.microsoft.com/office/drawing/2014/main" id="{97327B42-2D2B-FF01-D92E-E5A7B931EA4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989569" y="3286712"/>
            <a:ext cx="7928609" cy="5740518"/>
          </a:xfrm>
          <a:prstGeom prst="rect">
            <a:avLst/>
          </a:prstGeom>
        </p:spPr>
      </p:pic>
      <p:sp>
        <p:nvSpPr>
          <p:cNvPr id="14" name="Google Shape;128;p4">
            <a:extLst>
              <a:ext uri="{FF2B5EF4-FFF2-40B4-BE49-F238E27FC236}">
                <a16:creationId xmlns:a16="http://schemas.microsoft.com/office/drawing/2014/main" id="{ABD2A904-81FF-6D9A-A4C6-8A87729E5410}"/>
              </a:ext>
            </a:extLst>
          </p:cNvPr>
          <p:cNvSpPr txBox="1"/>
          <p:nvPr/>
        </p:nvSpPr>
        <p:spPr>
          <a:xfrm>
            <a:off x="1912621" y="9207021"/>
            <a:ext cx="5173980" cy="646331"/>
          </a:xfrm>
          <a:prstGeom prst="rect">
            <a:avLst/>
          </a:prstGeom>
          <a:noFill/>
          <a:ln>
            <a:noFill/>
          </a:ln>
        </p:spPr>
        <p:txBody>
          <a:bodyPr spcFirstLastPara="1" wrap="square" lIns="0" tIns="0" rIns="0" bIns="0" anchor="t" anchorCtr="0">
            <a:spAutoFit/>
          </a:bodyPr>
          <a:lstStyle/>
          <a:p>
            <a:pPr lvl="0" algn="ctr">
              <a:lnSpc>
                <a:spcPct val="140000"/>
              </a:lnSpc>
            </a:pPr>
            <a:r>
              <a:rPr lang="en-US" sz="3000" dirty="0"/>
              <a:t>(a) Elastic lining</a:t>
            </a:r>
          </a:p>
        </p:txBody>
      </p:sp>
      <p:sp>
        <p:nvSpPr>
          <p:cNvPr id="15" name="Google Shape;128;p4">
            <a:extLst>
              <a:ext uri="{FF2B5EF4-FFF2-40B4-BE49-F238E27FC236}">
                <a16:creationId xmlns:a16="http://schemas.microsoft.com/office/drawing/2014/main" id="{FFEF0420-FDE0-A8BA-F38D-D74308CB2A0B}"/>
              </a:ext>
            </a:extLst>
          </p:cNvPr>
          <p:cNvSpPr txBox="1"/>
          <p:nvPr/>
        </p:nvSpPr>
        <p:spPr>
          <a:xfrm>
            <a:off x="10005061" y="9207021"/>
            <a:ext cx="5173980" cy="646331"/>
          </a:xfrm>
          <a:prstGeom prst="rect">
            <a:avLst/>
          </a:prstGeom>
          <a:noFill/>
          <a:ln>
            <a:noFill/>
          </a:ln>
        </p:spPr>
        <p:txBody>
          <a:bodyPr spcFirstLastPara="1" wrap="square" lIns="0" tIns="0" rIns="0" bIns="0" anchor="t" anchorCtr="0">
            <a:spAutoFit/>
          </a:bodyPr>
          <a:lstStyle/>
          <a:p>
            <a:pPr lvl="0" algn="ctr">
              <a:lnSpc>
                <a:spcPct val="140000"/>
              </a:lnSpc>
            </a:pPr>
            <a:r>
              <a:rPr lang="en-US" sz="3000" dirty="0"/>
              <a:t>(b) Viscoelastic lining</a:t>
            </a:r>
          </a:p>
        </p:txBody>
      </p:sp>
    </p:spTree>
    <p:extLst>
      <p:ext uri="{BB962C8B-B14F-4D97-AF65-F5344CB8AC3E}">
        <p14:creationId xmlns:p14="http://schemas.microsoft.com/office/powerpoint/2010/main" val="22450448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20">
          <a:extLst>
            <a:ext uri="{FF2B5EF4-FFF2-40B4-BE49-F238E27FC236}">
              <a16:creationId xmlns:a16="http://schemas.microsoft.com/office/drawing/2014/main" id="{FFC3BFC2-BCD9-18D9-DED5-EA12300676B4}"/>
            </a:ext>
          </a:extLst>
        </p:cNvPr>
        <p:cNvGrpSpPr/>
        <p:nvPr/>
      </p:nvGrpSpPr>
      <p:grpSpPr>
        <a:xfrm>
          <a:off x="0" y="0"/>
          <a:ext cx="0" cy="0"/>
          <a:chOff x="0" y="0"/>
          <a:chExt cx="0" cy="0"/>
        </a:xfrm>
      </p:grpSpPr>
      <p:sp>
        <p:nvSpPr>
          <p:cNvPr id="5" name="Espaço Reservado para Número de Slide 2">
            <a:extLst>
              <a:ext uri="{FF2B5EF4-FFF2-40B4-BE49-F238E27FC236}">
                <a16:creationId xmlns:a16="http://schemas.microsoft.com/office/drawing/2014/main" id="{5BEBBF60-E49B-97C2-A417-55AF5206C8F0}"/>
              </a:ext>
            </a:extLst>
          </p:cNvPr>
          <p:cNvSpPr>
            <a:spLocks noGrp="1"/>
          </p:cNvSpPr>
          <p:nvPr>
            <p:ph type="sldNum" idx="12"/>
          </p:nvPr>
        </p:nvSpPr>
        <p:spPr>
          <a:xfrm>
            <a:off x="17541240" y="157461"/>
            <a:ext cx="576163" cy="360699"/>
          </a:xfrm>
        </p:spPr>
        <p:txBody>
          <a:bodyPr/>
          <a:lstStyle/>
          <a:p>
            <a:pPr marL="0" lvl="0" indent="0" algn="r" rtl="0">
              <a:spcBef>
                <a:spcPts val="0"/>
              </a:spcBef>
              <a:spcAft>
                <a:spcPts val="0"/>
              </a:spcAft>
              <a:buNone/>
            </a:pPr>
            <a:fld id="{00000000-1234-1234-1234-123412341234}" type="slidenum">
              <a:rPr lang="en-US" sz="2400" smtClean="0">
                <a:solidFill>
                  <a:srgbClr val="FFF4F3"/>
                </a:solidFill>
              </a:rPr>
              <a:t>16</a:t>
            </a:fld>
            <a:endParaRPr lang="en-US" sz="1800" dirty="0">
              <a:solidFill>
                <a:srgbClr val="FFF4F3"/>
              </a:solidFill>
            </a:endParaRPr>
          </a:p>
        </p:txBody>
      </p:sp>
      <p:sp>
        <p:nvSpPr>
          <p:cNvPr id="2" name="Google Shape;103;p2">
            <a:extLst>
              <a:ext uri="{FF2B5EF4-FFF2-40B4-BE49-F238E27FC236}">
                <a16:creationId xmlns:a16="http://schemas.microsoft.com/office/drawing/2014/main" id="{F5932BD8-54EF-9246-E06A-91548AD6119B}"/>
              </a:ext>
            </a:extLst>
          </p:cNvPr>
          <p:cNvSpPr txBox="1"/>
          <p:nvPr/>
        </p:nvSpPr>
        <p:spPr>
          <a:xfrm>
            <a:off x="1028700" y="631768"/>
            <a:ext cx="15415260" cy="1163395"/>
          </a:xfrm>
          <a:prstGeom prst="rect">
            <a:avLst/>
          </a:prstGeom>
          <a:noFill/>
          <a:ln>
            <a:noFill/>
          </a:ln>
        </p:spPr>
        <p:txBody>
          <a:bodyPr spcFirstLastPara="1" wrap="square" lIns="0" tIns="0" rIns="0" bIns="0" anchor="t" anchorCtr="0">
            <a:spAutoFit/>
          </a:bodyPr>
          <a:lstStyle/>
          <a:p>
            <a:pPr marL="0" marR="0" lvl="0" indent="0" algn="l" rtl="0">
              <a:lnSpc>
                <a:spcPct val="139989"/>
              </a:lnSpc>
              <a:spcBef>
                <a:spcPts val="0"/>
              </a:spcBef>
              <a:spcAft>
                <a:spcPts val="0"/>
              </a:spcAft>
              <a:buNone/>
            </a:pPr>
            <a:r>
              <a:rPr lang="en-US" sz="5400" b="1" i="0" u="none" strike="noStrike" cap="none" dirty="0">
                <a:solidFill>
                  <a:srgbClr val="6C1860"/>
                </a:solidFill>
                <a:latin typeface="Arial"/>
                <a:ea typeface="Arial"/>
                <a:cs typeface="Arial"/>
                <a:sym typeface="Arial"/>
              </a:rPr>
              <a:t>Three-dimensional finite element simulations</a:t>
            </a:r>
            <a:endParaRPr sz="1000" b="1" dirty="0"/>
          </a:p>
        </p:txBody>
      </p:sp>
      <p:sp>
        <p:nvSpPr>
          <p:cNvPr id="7" name="Google Shape;128;p4">
            <a:extLst>
              <a:ext uri="{FF2B5EF4-FFF2-40B4-BE49-F238E27FC236}">
                <a16:creationId xmlns:a16="http://schemas.microsoft.com/office/drawing/2014/main" id="{23BCB6E6-6E55-B738-5704-97BCD2E8B963}"/>
              </a:ext>
            </a:extLst>
          </p:cNvPr>
          <p:cNvSpPr txBox="1"/>
          <p:nvPr/>
        </p:nvSpPr>
        <p:spPr>
          <a:xfrm>
            <a:off x="1120140" y="2140200"/>
            <a:ext cx="14257019" cy="646331"/>
          </a:xfrm>
          <a:prstGeom prst="rect">
            <a:avLst/>
          </a:prstGeom>
          <a:noFill/>
          <a:ln>
            <a:noFill/>
          </a:ln>
        </p:spPr>
        <p:txBody>
          <a:bodyPr spcFirstLastPara="1" wrap="square" lIns="0" tIns="0" rIns="0" bIns="0" anchor="t" anchorCtr="0">
            <a:spAutoFit/>
          </a:bodyPr>
          <a:lstStyle/>
          <a:p>
            <a:pPr lvl="0" algn="just">
              <a:lnSpc>
                <a:spcPct val="140000"/>
              </a:lnSpc>
            </a:pPr>
            <a:r>
              <a:rPr lang="en-US" sz="3000" dirty="0"/>
              <a:t>Anisotropy of pressures in longitudinal tunnel lining at the </a:t>
            </a:r>
            <a:r>
              <a:rPr lang="en-US" sz="3000" b="1" dirty="0"/>
              <a:t>long-term</a:t>
            </a:r>
            <a:r>
              <a:rPr lang="en-US" sz="3000" dirty="0"/>
              <a:t>:</a:t>
            </a:r>
          </a:p>
        </p:txBody>
      </p:sp>
      <p:sp>
        <p:nvSpPr>
          <p:cNvPr id="14" name="Google Shape;128;p4">
            <a:extLst>
              <a:ext uri="{FF2B5EF4-FFF2-40B4-BE49-F238E27FC236}">
                <a16:creationId xmlns:a16="http://schemas.microsoft.com/office/drawing/2014/main" id="{F28BB791-8147-7456-532F-E78CAF6D3558}"/>
              </a:ext>
            </a:extLst>
          </p:cNvPr>
          <p:cNvSpPr txBox="1"/>
          <p:nvPr/>
        </p:nvSpPr>
        <p:spPr>
          <a:xfrm>
            <a:off x="1912621" y="9207021"/>
            <a:ext cx="5173980" cy="646331"/>
          </a:xfrm>
          <a:prstGeom prst="rect">
            <a:avLst/>
          </a:prstGeom>
          <a:noFill/>
          <a:ln>
            <a:noFill/>
          </a:ln>
        </p:spPr>
        <p:txBody>
          <a:bodyPr spcFirstLastPara="1" wrap="square" lIns="0" tIns="0" rIns="0" bIns="0" anchor="t" anchorCtr="0">
            <a:spAutoFit/>
          </a:bodyPr>
          <a:lstStyle/>
          <a:p>
            <a:pPr lvl="0" algn="ctr">
              <a:lnSpc>
                <a:spcPct val="140000"/>
              </a:lnSpc>
            </a:pPr>
            <a:r>
              <a:rPr lang="en-US" sz="3000" dirty="0"/>
              <a:t>(c) Elastic lining</a:t>
            </a:r>
          </a:p>
        </p:txBody>
      </p:sp>
      <p:sp>
        <p:nvSpPr>
          <p:cNvPr id="15" name="Google Shape;128;p4">
            <a:extLst>
              <a:ext uri="{FF2B5EF4-FFF2-40B4-BE49-F238E27FC236}">
                <a16:creationId xmlns:a16="http://schemas.microsoft.com/office/drawing/2014/main" id="{ECBF6CF8-8879-8173-F6FC-48F56B081524}"/>
              </a:ext>
            </a:extLst>
          </p:cNvPr>
          <p:cNvSpPr txBox="1"/>
          <p:nvPr/>
        </p:nvSpPr>
        <p:spPr>
          <a:xfrm>
            <a:off x="10005061" y="9207021"/>
            <a:ext cx="5173980" cy="646331"/>
          </a:xfrm>
          <a:prstGeom prst="rect">
            <a:avLst/>
          </a:prstGeom>
          <a:noFill/>
          <a:ln>
            <a:noFill/>
          </a:ln>
        </p:spPr>
        <p:txBody>
          <a:bodyPr spcFirstLastPara="1" wrap="square" lIns="0" tIns="0" rIns="0" bIns="0" anchor="t" anchorCtr="0">
            <a:spAutoFit/>
          </a:bodyPr>
          <a:lstStyle/>
          <a:p>
            <a:pPr lvl="0" algn="ctr">
              <a:lnSpc>
                <a:spcPct val="140000"/>
              </a:lnSpc>
            </a:pPr>
            <a:r>
              <a:rPr lang="en-US" sz="3000" dirty="0"/>
              <a:t>(d) Viscoelastic lining</a:t>
            </a:r>
          </a:p>
        </p:txBody>
      </p:sp>
      <p:pic>
        <p:nvPicPr>
          <p:cNvPr id="4" name="Gráfico 3">
            <a:extLst>
              <a:ext uri="{FF2B5EF4-FFF2-40B4-BE49-F238E27FC236}">
                <a16:creationId xmlns:a16="http://schemas.microsoft.com/office/drawing/2014/main" id="{FE9E80A4-845E-D5CB-656A-51AFCCA293E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9062" y="3293745"/>
            <a:ext cx="15797875" cy="5728335"/>
          </a:xfrm>
          <a:prstGeom prst="rect">
            <a:avLst/>
          </a:prstGeom>
        </p:spPr>
      </p:pic>
    </p:spTree>
    <p:extLst>
      <p:ext uri="{BB962C8B-B14F-4D97-AF65-F5344CB8AC3E}">
        <p14:creationId xmlns:p14="http://schemas.microsoft.com/office/powerpoint/2010/main" val="42308597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20">
          <a:extLst>
            <a:ext uri="{FF2B5EF4-FFF2-40B4-BE49-F238E27FC236}">
              <a16:creationId xmlns:a16="http://schemas.microsoft.com/office/drawing/2014/main" id="{636AB40B-2DB8-9856-A918-721B502490FC}"/>
            </a:ext>
          </a:extLst>
        </p:cNvPr>
        <p:cNvGrpSpPr/>
        <p:nvPr/>
      </p:nvGrpSpPr>
      <p:grpSpPr>
        <a:xfrm>
          <a:off x="0" y="0"/>
          <a:ext cx="0" cy="0"/>
          <a:chOff x="0" y="0"/>
          <a:chExt cx="0" cy="0"/>
        </a:xfrm>
      </p:grpSpPr>
      <p:sp>
        <p:nvSpPr>
          <p:cNvPr id="5" name="Espaço Reservado para Número de Slide 2">
            <a:extLst>
              <a:ext uri="{FF2B5EF4-FFF2-40B4-BE49-F238E27FC236}">
                <a16:creationId xmlns:a16="http://schemas.microsoft.com/office/drawing/2014/main" id="{4B1E667D-2CBA-F11D-189E-7AE04A8B74D4}"/>
              </a:ext>
            </a:extLst>
          </p:cNvPr>
          <p:cNvSpPr>
            <a:spLocks noGrp="1"/>
          </p:cNvSpPr>
          <p:nvPr>
            <p:ph type="sldNum" idx="12"/>
          </p:nvPr>
        </p:nvSpPr>
        <p:spPr>
          <a:xfrm>
            <a:off x="17541240" y="157461"/>
            <a:ext cx="576163" cy="360699"/>
          </a:xfrm>
        </p:spPr>
        <p:txBody>
          <a:bodyPr/>
          <a:lstStyle/>
          <a:p>
            <a:pPr marL="0" lvl="0" indent="0" algn="r" rtl="0">
              <a:spcBef>
                <a:spcPts val="0"/>
              </a:spcBef>
              <a:spcAft>
                <a:spcPts val="0"/>
              </a:spcAft>
              <a:buNone/>
            </a:pPr>
            <a:fld id="{00000000-1234-1234-1234-123412341234}" type="slidenum">
              <a:rPr lang="en-US" sz="2400" smtClean="0">
                <a:solidFill>
                  <a:srgbClr val="FFF4F3"/>
                </a:solidFill>
              </a:rPr>
              <a:t>17</a:t>
            </a:fld>
            <a:endParaRPr lang="en-US" sz="1800" dirty="0">
              <a:solidFill>
                <a:srgbClr val="FFF4F3"/>
              </a:solidFill>
            </a:endParaRPr>
          </a:p>
        </p:txBody>
      </p:sp>
      <p:sp>
        <p:nvSpPr>
          <p:cNvPr id="2" name="Google Shape;103;p2">
            <a:extLst>
              <a:ext uri="{FF2B5EF4-FFF2-40B4-BE49-F238E27FC236}">
                <a16:creationId xmlns:a16="http://schemas.microsoft.com/office/drawing/2014/main" id="{C3D8CFF1-8784-22DC-7515-E2A5D6206A46}"/>
              </a:ext>
            </a:extLst>
          </p:cNvPr>
          <p:cNvSpPr txBox="1"/>
          <p:nvPr/>
        </p:nvSpPr>
        <p:spPr>
          <a:xfrm>
            <a:off x="1028700" y="631768"/>
            <a:ext cx="15415260" cy="1163395"/>
          </a:xfrm>
          <a:prstGeom prst="rect">
            <a:avLst/>
          </a:prstGeom>
          <a:noFill/>
          <a:ln>
            <a:noFill/>
          </a:ln>
        </p:spPr>
        <p:txBody>
          <a:bodyPr spcFirstLastPara="1" wrap="square" lIns="0" tIns="0" rIns="0" bIns="0" anchor="t" anchorCtr="0">
            <a:spAutoFit/>
          </a:bodyPr>
          <a:lstStyle/>
          <a:p>
            <a:pPr marL="0" marR="0" lvl="0" indent="0" algn="l" rtl="0">
              <a:lnSpc>
                <a:spcPct val="139989"/>
              </a:lnSpc>
              <a:spcBef>
                <a:spcPts val="0"/>
              </a:spcBef>
              <a:spcAft>
                <a:spcPts val="0"/>
              </a:spcAft>
              <a:buNone/>
            </a:pPr>
            <a:r>
              <a:rPr lang="en-US" sz="5400" b="1" i="0" u="none" strike="noStrike" cap="none" dirty="0">
                <a:solidFill>
                  <a:srgbClr val="6C1860"/>
                </a:solidFill>
                <a:latin typeface="Arial"/>
                <a:ea typeface="Arial"/>
                <a:cs typeface="Arial"/>
                <a:sym typeface="Arial"/>
              </a:rPr>
              <a:t>Three-dimensional finite element simulations</a:t>
            </a:r>
            <a:endParaRPr sz="1000" b="1" dirty="0"/>
          </a:p>
        </p:txBody>
      </p:sp>
      <p:sp>
        <p:nvSpPr>
          <p:cNvPr id="7" name="Google Shape;128;p4">
            <a:extLst>
              <a:ext uri="{FF2B5EF4-FFF2-40B4-BE49-F238E27FC236}">
                <a16:creationId xmlns:a16="http://schemas.microsoft.com/office/drawing/2014/main" id="{DA40789B-CD4F-7DE5-F75E-D2C5B16E4AB8}"/>
              </a:ext>
            </a:extLst>
          </p:cNvPr>
          <p:cNvSpPr txBox="1"/>
          <p:nvPr/>
        </p:nvSpPr>
        <p:spPr>
          <a:xfrm>
            <a:off x="746760" y="2140200"/>
            <a:ext cx="14630399" cy="6463308"/>
          </a:xfrm>
          <a:prstGeom prst="rect">
            <a:avLst/>
          </a:prstGeom>
          <a:noFill/>
          <a:ln>
            <a:noFill/>
          </a:ln>
        </p:spPr>
        <p:txBody>
          <a:bodyPr spcFirstLastPara="1" wrap="square" lIns="0" tIns="0" rIns="0" bIns="0" anchor="t" anchorCtr="0">
            <a:spAutoFit/>
          </a:bodyPr>
          <a:lstStyle/>
          <a:p>
            <a:pPr marL="457200" lvl="0" indent="-457200" algn="just">
              <a:lnSpc>
                <a:spcPct val="140000"/>
              </a:lnSpc>
              <a:buFont typeface="Wingdings" panose="05000000000000000000" pitchFamily="2" charset="2"/>
              <a:buChar char="§"/>
            </a:pPr>
            <a:r>
              <a:rPr lang="en-US" sz="3000" dirty="0"/>
              <a:t>In general, the lining pressures remain close to the reference value 𝑝(𝜃 = 90º), except in the range 0º &lt; 𝜃 &lt; 60º (see Fig. (b)), where a significant increase is observed;</a:t>
            </a:r>
          </a:p>
          <a:p>
            <a:pPr marL="457200" lvl="0" indent="-457200" algn="just">
              <a:lnSpc>
                <a:spcPct val="140000"/>
              </a:lnSpc>
              <a:buFont typeface="Wingdings" panose="05000000000000000000" pitchFamily="2" charset="2"/>
              <a:buChar char="§"/>
            </a:pPr>
            <a:r>
              <a:rPr lang="en-US" sz="3000" dirty="0"/>
              <a:t>Stress concentrations tend to be higher at the lateral sides of the tunnels (𝜃 = 0º and 180</a:t>
            </a:r>
            <a:r>
              <a:rPr lang="en-US" sz="3000" baseline="30000" dirty="0"/>
              <a:t>º</a:t>
            </a:r>
            <a:r>
              <a:rPr lang="en-US" sz="3000" dirty="0"/>
              <a:t>);</a:t>
            </a:r>
          </a:p>
          <a:p>
            <a:pPr marL="457200" lvl="0" indent="-457200" algn="just">
              <a:lnSpc>
                <a:spcPct val="140000"/>
              </a:lnSpc>
              <a:buFont typeface="Wingdings" panose="05000000000000000000" pitchFamily="2" charset="2"/>
              <a:buChar char="§"/>
            </a:pPr>
            <a:r>
              <a:rPr lang="pt-BR" sz="3000" dirty="0"/>
              <a:t>The </a:t>
            </a:r>
            <a:r>
              <a:rPr lang="pt-BR" sz="3000" dirty="0" err="1"/>
              <a:t>friction</a:t>
            </a:r>
            <a:r>
              <a:rPr lang="pt-BR" sz="3000" dirty="0"/>
              <a:t> </a:t>
            </a:r>
            <a:r>
              <a:rPr lang="pt-BR" sz="3000" dirty="0" err="1"/>
              <a:t>angle</a:t>
            </a:r>
            <a:r>
              <a:rPr lang="pt-BR" sz="3000" dirty="0"/>
              <a:t> </a:t>
            </a:r>
            <a:r>
              <a:rPr lang="pt-BR" sz="3000" dirty="0" err="1"/>
              <a:t>significantly</a:t>
            </a:r>
            <a:r>
              <a:rPr lang="pt-BR" sz="3000" dirty="0"/>
              <a:t> </a:t>
            </a:r>
            <a:r>
              <a:rPr lang="pt-BR" sz="3000" dirty="0" err="1"/>
              <a:t>affects</a:t>
            </a:r>
            <a:r>
              <a:rPr lang="pt-BR" sz="3000" dirty="0"/>
              <a:t> </a:t>
            </a:r>
            <a:r>
              <a:rPr lang="pt-BR" sz="3000" dirty="0" err="1"/>
              <a:t>pressure</a:t>
            </a:r>
            <a:r>
              <a:rPr lang="pt-BR" sz="3000" dirty="0"/>
              <a:t> </a:t>
            </a:r>
            <a:r>
              <a:rPr lang="pt-BR" sz="3000" dirty="0" err="1"/>
              <a:t>distribution</a:t>
            </a:r>
            <a:r>
              <a:rPr lang="pt-BR" sz="3000" dirty="0"/>
              <a:t> in S2, </a:t>
            </a:r>
            <a:r>
              <a:rPr lang="pt-BR" sz="3000" dirty="0" err="1"/>
              <a:t>particularly</a:t>
            </a:r>
            <a:r>
              <a:rPr lang="pt-BR" sz="3000" dirty="0"/>
              <a:t> for 3</a:t>
            </a:r>
            <a:r>
              <a:rPr lang="en-US" sz="3000" dirty="0"/>
              <a:t>0º &lt; 𝜃 &lt; 90º</a:t>
            </a:r>
            <a:r>
              <a:rPr lang="pt-BR" sz="3000" dirty="0"/>
              <a:t>;</a:t>
            </a:r>
          </a:p>
          <a:p>
            <a:pPr marL="457200" lvl="0" indent="-457200" algn="just">
              <a:lnSpc>
                <a:spcPct val="140000"/>
              </a:lnSpc>
              <a:buFont typeface="Wingdings" panose="05000000000000000000" pitchFamily="2" charset="2"/>
              <a:buChar char="§"/>
            </a:pPr>
            <a:r>
              <a:rPr lang="pt-BR" sz="3000" dirty="0" err="1"/>
              <a:t>Higher</a:t>
            </a:r>
            <a:r>
              <a:rPr lang="pt-BR" sz="3000" dirty="0"/>
              <a:t> </a:t>
            </a:r>
            <a:r>
              <a:rPr lang="pt-BR" sz="3000" dirty="0" err="1"/>
              <a:t>friction</a:t>
            </a:r>
            <a:r>
              <a:rPr lang="pt-BR" sz="3000" dirty="0"/>
              <a:t> </a:t>
            </a:r>
            <a:r>
              <a:rPr lang="pt-BR" sz="3000" dirty="0" err="1"/>
              <a:t>angles</a:t>
            </a:r>
            <a:r>
              <a:rPr lang="pt-BR" sz="3000" dirty="0"/>
              <a:t> </a:t>
            </a:r>
            <a:r>
              <a:rPr lang="pt-BR" sz="3000" dirty="0" err="1"/>
              <a:t>decrease</a:t>
            </a:r>
            <a:r>
              <a:rPr lang="pt-BR" sz="3000" dirty="0"/>
              <a:t> </a:t>
            </a:r>
            <a:r>
              <a:rPr lang="pt-BR" sz="3000" dirty="0" err="1"/>
              <a:t>pressures</a:t>
            </a:r>
            <a:r>
              <a:rPr lang="pt-BR" sz="3000" dirty="0"/>
              <a:t> </a:t>
            </a:r>
            <a:r>
              <a:rPr lang="pt-BR" sz="3000" dirty="0" err="1"/>
              <a:t>above</a:t>
            </a:r>
            <a:r>
              <a:rPr lang="pt-BR" sz="3000" dirty="0"/>
              <a:t> the </a:t>
            </a:r>
            <a:r>
              <a:rPr lang="pt-BR" sz="3000" dirty="0" err="1"/>
              <a:t>gallery</a:t>
            </a:r>
            <a:r>
              <a:rPr lang="pt-BR" sz="3000" dirty="0"/>
              <a:t> entrance </a:t>
            </a:r>
            <a:r>
              <a:rPr lang="pt-BR" sz="3000" dirty="0" err="1"/>
              <a:t>and</a:t>
            </a:r>
            <a:r>
              <a:rPr lang="pt-BR" sz="3000" dirty="0"/>
              <a:t> </a:t>
            </a:r>
            <a:r>
              <a:rPr lang="pt-BR" sz="3000" dirty="0" err="1"/>
              <a:t>increase</a:t>
            </a:r>
            <a:r>
              <a:rPr lang="pt-BR" sz="3000" dirty="0"/>
              <a:t> the </a:t>
            </a:r>
            <a:r>
              <a:rPr lang="pt-BR" sz="3000" dirty="0" err="1"/>
              <a:t>contrast</a:t>
            </a:r>
            <a:r>
              <a:rPr lang="pt-BR" sz="3000" dirty="0"/>
              <a:t> with the </a:t>
            </a:r>
            <a:r>
              <a:rPr lang="pt-BR" sz="3000" dirty="0" err="1"/>
              <a:t>crown</a:t>
            </a:r>
            <a:r>
              <a:rPr lang="pt-BR" sz="3000" dirty="0"/>
              <a:t>;</a:t>
            </a:r>
            <a:endParaRPr lang="en-US" sz="3000" dirty="0"/>
          </a:p>
          <a:p>
            <a:pPr lvl="0" algn="just">
              <a:lnSpc>
                <a:spcPct val="140000"/>
              </a:lnSpc>
            </a:pPr>
            <a:endParaRPr lang="en-US" sz="3000" dirty="0"/>
          </a:p>
        </p:txBody>
      </p:sp>
    </p:spTree>
    <p:extLst>
      <p:ext uri="{BB962C8B-B14F-4D97-AF65-F5344CB8AC3E}">
        <p14:creationId xmlns:p14="http://schemas.microsoft.com/office/powerpoint/2010/main" val="17876850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20">
          <a:extLst>
            <a:ext uri="{FF2B5EF4-FFF2-40B4-BE49-F238E27FC236}">
              <a16:creationId xmlns:a16="http://schemas.microsoft.com/office/drawing/2014/main" id="{C7A89C46-E6E2-7604-86B1-AE18D36994B1}"/>
            </a:ext>
          </a:extLst>
        </p:cNvPr>
        <p:cNvGrpSpPr/>
        <p:nvPr/>
      </p:nvGrpSpPr>
      <p:grpSpPr>
        <a:xfrm>
          <a:off x="0" y="0"/>
          <a:ext cx="0" cy="0"/>
          <a:chOff x="0" y="0"/>
          <a:chExt cx="0" cy="0"/>
        </a:xfrm>
      </p:grpSpPr>
      <p:sp>
        <p:nvSpPr>
          <p:cNvPr id="5" name="Espaço Reservado para Número de Slide 2">
            <a:extLst>
              <a:ext uri="{FF2B5EF4-FFF2-40B4-BE49-F238E27FC236}">
                <a16:creationId xmlns:a16="http://schemas.microsoft.com/office/drawing/2014/main" id="{83775CC9-13EF-0606-0801-EE6716E62977}"/>
              </a:ext>
            </a:extLst>
          </p:cNvPr>
          <p:cNvSpPr>
            <a:spLocks noGrp="1"/>
          </p:cNvSpPr>
          <p:nvPr>
            <p:ph type="sldNum" idx="12"/>
          </p:nvPr>
        </p:nvSpPr>
        <p:spPr>
          <a:xfrm>
            <a:off x="17541240" y="157461"/>
            <a:ext cx="576163" cy="360699"/>
          </a:xfrm>
        </p:spPr>
        <p:txBody>
          <a:bodyPr/>
          <a:lstStyle/>
          <a:p>
            <a:pPr marL="0" lvl="0" indent="0" algn="r" rtl="0">
              <a:spcBef>
                <a:spcPts val="0"/>
              </a:spcBef>
              <a:spcAft>
                <a:spcPts val="0"/>
              </a:spcAft>
              <a:buNone/>
            </a:pPr>
            <a:fld id="{00000000-1234-1234-1234-123412341234}" type="slidenum">
              <a:rPr lang="en-US" sz="2400" smtClean="0">
                <a:solidFill>
                  <a:srgbClr val="FFF4F3"/>
                </a:solidFill>
              </a:rPr>
              <a:t>18</a:t>
            </a:fld>
            <a:endParaRPr lang="en-US" sz="1800" dirty="0">
              <a:solidFill>
                <a:srgbClr val="FFF4F3"/>
              </a:solidFill>
            </a:endParaRPr>
          </a:p>
        </p:txBody>
      </p:sp>
      <p:sp>
        <p:nvSpPr>
          <p:cNvPr id="2" name="Google Shape;103;p2">
            <a:extLst>
              <a:ext uri="{FF2B5EF4-FFF2-40B4-BE49-F238E27FC236}">
                <a16:creationId xmlns:a16="http://schemas.microsoft.com/office/drawing/2014/main" id="{16485916-DC7F-672E-F4ED-7363EB552D71}"/>
              </a:ext>
            </a:extLst>
          </p:cNvPr>
          <p:cNvSpPr txBox="1"/>
          <p:nvPr/>
        </p:nvSpPr>
        <p:spPr>
          <a:xfrm>
            <a:off x="1028700" y="631768"/>
            <a:ext cx="15415260" cy="1163395"/>
          </a:xfrm>
          <a:prstGeom prst="rect">
            <a:avLst/>
          </a:prstGeom>
          <a:noFill/>
          <a:ln>
            <a:noFill/>
          </a:ln>
        </p:spPr>
        <p:txBody>
          <a:bodyPr spcFirstLastPara="1" wrap="square" lIns="0" tIns="0" rIns="0" bIns="0" anchor="t" anchorCtr="0">
            <a:spAutoFit/>
          </a:bodyPr>
          <a:lstStyle/>
          <a:p>
            <a:pPr marL="0" marR="0" lvl="0" indent="0" algn="l" rtl="0">
              <a:lnSpc>
                <a:spcPct val="139989"/>
              </a:lnSpc>
              <a:spcBef>
                <a:spcPts val="0"/>
              </a:spcBef>
              <a:spcAft>
                <a:spcPts val="0"/>
              </a:spcAft>
              <a:buNone/>
            </a:pPr>
            <a:r>
              <a:rPr lang="en-US" sz="5400" b="1" i="0" u="none" strike="noStrike" cap="none" dirty="0">
                <a:solidFill>
                  <a:srgbClr val="6C1860"/>
                </a:solidFill>
                <a:latin typeface="Arial"/>
                <a:ea typeface="Arial"/>
                <a:cs typeface="Arial"/>
                <a:sym typeface="Arial"/>
              </a:rPr>
              <a:t>Three-dimensional finite element simulations</a:t>
            </a:r>
            <a:endParaRPr sz="1000" b="1" dirty="0"/>
          </a:p>
        </p:txBody>
      </p:sp>
      <p:sp>
        <p:nvSpPr>
          <p:cNvPr id="7" name="Google Shape;128;p4">
            <a:extLst>
              <a:ext uri="{FF2B5EF4-FFF2-40B4-BE49-F238E27FC236}">
                <a16:creationId xmlns:a16="http://schemas.microsoft.com/office/drawing/2014/main" id="{A2EC2D35-60B8-9CDC-1F54-1DE5C9ED6EDF}"/>
              </a:ext>
            </a:extLst>
          </p:cNvPr>
          <p:cNvSpPr txBox="1"/>
          <p:nvPr/>
        </p:nvSpPr>
        <p:spPr>
          <a:xfrm>
            <a:off x="746760" y="2140200"/>
            <a:ext cx="14630399" cy="4524315"/>
          </a:xfrm>
          <a:prstGeom prst="rect">
            <a:avLst/>
          </a:prstGeom>
          <a:noFill/>
          <a:ln>
            <a:noFill/>
          </a:ln>
        </p:spPr>
        <p:txBody>
          <a:bodyPr spcFirstLastPara="1" wrap="square" lIns="0" tIns="0" rIns="0" bIns="0" anchor="t" anchorCtr="0">
            <a:spAutoFit/>
          </a:bodyPr>
          <a:lstStyle/>
          <a:p>
            <a:pPr marL="457200" indent="-457200" algn="just">
              <a:lnSpc>
                <a:spcPct val="140000"/>
              </a:lnSpc>
              <a:buFont typeface="Wingdings" panose="05000000000000000000" pitchFamily="2" charset="2"/>
              <a:buChar char="§"/>
            </a:pPr>
            <a:r>
              <a:rPr lang="en-US" sz="3000" dirty="0"/>
              <a:t>At the end of construction (Fig. (a) and (b)), reference pressures 𝑝(90º) are about 14% higher in section S2 than in S1 for 𝜙=0º in both elastic and viscoelastic linings;</a:t>
            </a:r>
          </a:p>
          <a:p>
            <a:pPr marL="457200" indent="-457200" algn="just">
              <a:lnSpc>
                <a:spcPct val="140000"/>
              </a:lnSpc>
              <a:buFont typeface="Wingdings" panose="05000000000000000000" pitchFamily="2" charset="2"/>
              <a:buChar char="§"/>
            </a:pPr>
            <a:r>
              <a:rPr lang="en-US" sz="3000" dirty="0"/>
              <a:t>The elastic lining shows higher pressure magnitudes than the viscoelastic one in both cases;</a:t>
            </a:r>
          </a:p>
          <a:p>
            <a:pPr marL="457200" lvl="0" indent="-457200" algn="just">
              <a:lnSpc>
                <a:spcPct val="140000"/>
              </a:lnSpc>
              <a:buFont typeface="Wingdings" panose="05000000000000000000" pitchFamily="2" charset="2"/>
              <a:buChar char="§"/>
            </a:pPr>
            <a:r>
              <a:rPr lang="en-US" sz="3000" dirty="0"/>
              <a:t>The long-term pressures presented in Fig. (c) and (d) show a similar behavior to the end of construction, with increased magnitudes; however, the influence of the friction angle on the anisotropic response is less pronounced;</a:t>
            </a:r>
          </a:p>
        </p:txBody>
      </p:sp>
    </p:spTree>
    <p:extLst>
      <p:ext uri="{BB962C8B-B14F-4D97-AF65-F5344CB8AC3E}">
        <p14:creationId xmlns:p14="http://schemas.microsoft.com/office/powerpoint/2010/main" val="37909763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20">
          <a:extLst>
            <a:ext uri="{FF2B5EF4-FFF2-40B4-BE49-F238E27FC236}">
              <a16:creationId xmlns:a16="http://schemas.microsoft.com/office/drawing/2014/main" id="{72BBC1BB-09BA-21BD-599E-C05EC8148813}"/>
            </a:ext>
          </a:extLst>
        </p:cNvPr>
        <p:cNvGrpSpPr/>
        <p:nvPr/>
      </p:nvGrpSpPr>
      <p:grpSpPr>
        <a:xfrm>
          <a:off x="0" y="0"/>
          <a:ext cx="0" cy="0"/>
          <a:chOff x="0" y="0"/>
          <a:chExt cx="0" cy="0"/>
        </a:xfrm>
      </p:grpSpPr>
      <p:sp>
        <p:nvSpPr>
          <p:cNvPr id="5" name="Espaço Reservado para Número de Slide 2">
            <a:extLst>
              <a:ext uri="{FF2B5EF4-FFF2-40B4-BE49-F238E27FC236}">
                <a16:creationId xmlns:a16="http://schemas.microsoft.com/office/drawing/2014/main" id="{E36B35CD-0BC8-4C66-43D6-2AC460B61F1C}"/>
              </a:ext>
            </a:extLst>
          </p:cNvPr>
          <p:cNvSpPr>
            <a:spLocks noGrp="1"/>
          </p:cNvSpPr>
          <p:nvPr>
            <p:ph type="sldNum" idx="12"/>
          </p:nvPr>
        </p:nvSpPr>
        <p:spPr>
          <a:xfrm>
            <a:off x="17541240" y="157461"/>
            <a:ext cx="576163" cy="360699"/>
          </a:xfrm>
        </p:spPr>
        <p:txBody>
          <a:bodyPr/>
          <a:lstStyle/>
          <a:p>
            <a:pPr marL="0" lvl="0" indent="0" algn="r" rtl="0">
              <a:spcBef>
                <a:spcPts val="0"/>
              </a:spcBef>
              <a:spcAft>
                <a:spcPts val="0"/>
              </a:spcAft>
              <a:buNone/>
            </a:pPr>
            <a:fld id="{00000000-1234-1234-1234-123412341234}" type="slidenum">
              <a:rPr lang="en-US" sz="2400" smtClean="0">
                <a:solidFill>
                  <a:srgbClr val="FFF4F3"/>
                </a:solidFill>
              </a:rPr>
              <a:t>19</a:t>
            </a:fld>
            <a:endParaRPr lang="en-US" sz="1800" dirty="0">
              <a:solidFill>
                <a:srgbClr val="FFF4F3"/>
              </a:solidFill>
            </a:endParaRPr>
          </a:p>
        </p:txBody>
      </p:sp>
      <p:sp>
        <p:nvSpPr>
          <p:cNvPr id="2" name="Google Shape;103;p2">
            <a:extLst>
              <a:ext uri="{FF2B5EF4-FFF2-40B4-BE49-F238E27FC236}">
                <a16:creationId xmlns:a16="http://schemas.microsoft.com/office/drawing/2014/main" id="{069F4438-BE79-BB9C-1B86-256A79E438DE}"/>
              </a:ext>
            </a:extLst>
          </p:cNvPr>
          <p:cNvSpPr txBox="1"/>
          <p:nvPr/>
        </p:nvSpPr>
        <p:spPr>
          <a:xfrm>
            <a:off x="1028700" y="337810"/>
            <a:ext cx="15415260" cy="1163395"/>
          </a:xfrm>
          <a:prstGeom prst="rect">
            <a:avLst/>
          </a:prstGeom>
          <a:noFill/>
          <a:ln>
            <a:noFill/>
          </a:ln>
        </p:spPr>
        <p:txBody>
          <a:bodyPr spcFirstLastPara="1" wrap="square" lIns="0" tIns="0" rIns="0" bIns="0" anchor="t" anchorCtr="0">
            <a:spAutoFit/>
          </a:bodyPr>
          <a:lstStyle/>
          <a:p>
            <a:pPr marL="0" marR="0" lvl="0" indent="0" algn="l" rtl="0">
              <a:lnSpc>
                <a:spcPct val="139989"/>
              </a:lnSpc>
              <a:spcBef>
                <a:spcPts val="0"/>
              </a:spcBef>
              <a:spcAft>
                <a:spcPts val="0"/>
              </a:spcAft>
              <a:buNone/>
            </a:pPr>
            <a:r>
              <a:rPr lang="en-US" sz="5400" b="1" i="0" u="none" strike="noStrike" cap="none" dirty="0">
                <a:solidFill>
                  <a:srgbClr val="6C1860"/>
                </a:solidFill>
                <a:latin typeface="Arial"/>
                <a:ea typeface="Arial"/>
                <a:cs typeface="Arial"/>
                <a:sym typeface="Arial"/>
              </a:rPr>
              <a:t>Conclusions</a:t>
            </a:r>
            <a:endParaRPr sz="1000" b="1" dirty="0"/>
          </a:p>
        </p:txBody>
      </p:sp>
      <p:sp>
        <p:nvSpPr>
          <p:cNvPr id="7" name="Google Shape;128;p4">
            <a:extLst>
              <a:ext uri="{FF2B5EF4-FFF2-40B4-BE49-F238E27FC236}">
                <a16:creationId xmlns:a16="http://schemas.microsoft.com/office/drawing/2014/main" id="{A367D0DD-992C-326E-3635-DCB5A7891F19}"/>
              </a:ext>
            </a:extLst>
          </p:cNvPr>
          <p:cNvSpPr txBox="1"/>
          <p:nvPr/>
        </p:nvSpPr>
        <p:spPr>
          <a:xfrm>
            <a:off x="678180" y="1501205"/>
            <a:ext cx="14698980" cy="8402300"/>
          </a:xfrm>
          <a:prstGeom prst="rect">
            <a:avLst/>
          </a:prstGeom>
          <a:noFill/>
          <a:ln>
            <a:noFill/>
          </a:ln>
        </p:spPr>
        <p:txBody>
          <a:bodyPr spcFirstLastPara="1" wrap="square" lIns="0" tIns="0" rIns="0" bIns="0" anchor="t" anchorCtr="0">
            <a:spAutoFit/>
          </a:bodyPr>
          <a:lstStyle/>
          <a:p>
            <a:pPr marL="457200" lvl="0" indent="-457200" algn="just">
              <a:lnSpc>
                <a:spcPct val="140000"/>
              </a:lnSpc>
              <a:buFont typeface="Wingdings" panose="05000000000000000000" pitchFamily="2" charset="2"/>
              <a:buChar char="§"/>
            </a:pPr>
            <a:r>
              <a:rPr lang="en-US" sz="3000" dirty="0"/>
              <a:t>By the verification, the model accurately captured internal forces in the lining, especially near the transverse gallery, where interactions are strongest;</a:t>
            </a:r>
          </a:p>
          <a:p>
            <a:pPr marL="457200" lvl="0" indent="-457200" algn="just">
              <a:lnSpc>
                <a:spcPct val="140000"/>
              </a:lnSpc>
              <a:buFont typeface="Wingdings" panose="05000000000000000000" pitchFamily="2" charset="2"/>
              <a:buChar char="§"/>
            </a:pPr>
            <a:r>
              <a:rPr lang="en-US" sz="3000" dirty="0"/>
              <a:t>The transverse gallery causes a significant increase in lining pressures in the lateral region near the parallel tunnel, particularly in section S1;</a:t>
            </a:r>
          </a:p>
          <a:p>
            <a:pPr marL="457200" lvl="0" indent="-457200" algn="just">
              <a:lnSpc>
                <a:spcPct val="140000"/>
              </a:lnSpc>
              <a:buFont typeface="Wingdings" panose="05000000000000000000" pitchFamily="2" charset="2"/>
              <a:buChar char="§"/>
            </a:pPr>
            <a:r>
              <a:rPr lang="en-US" sz="3000" dirty="0"/>
              <a:t>Stress concentrations form around the gallery entrance, modifying the pressure distribution along the lining;</a:t>
            </a:r>
          </a:p>
          <a:p>
            <a:pPr marL="457200" lvl="0" indent="-457200" algn="just">
              <a:lnSpc>
                <a:spcPct val="140000"/>
              </a:lnSpc>
              <a:buFont typeface="Wingdings" panose="05000000000000000000" pitchFamily="2" charset="2"/>
              <a:buChar char="§"/>
            </a:pPr>
            <a:r>
              <a:rPr lang="en-US" sz="3000" dirty="0"/>
              <a:t>Over the long term, pressures increase, but the influence of the friction angle becomes less pronounced;</a:t>
            </a:r>
          </a:p>
          <a:p>
            <a:pPr marL="457200" lvl="0" indent="-457200" algn="just">
              <a:lnSpc>
                <a:spcPct val="140000"/>
              </a:lnSpc>
              <a:buFont typeface="Wingdings" panose="05000000000000000000" pitchFamily="2" charset="2"/>
              <a:buChar char="§"/>
            </a:pPr>
            <a:r>
              <a:rPr lang="en-US" sz="3000" dirty="0"/>
              <a:t>The viscoelastic lining shows greater anisotropy relative to the crown at 𝜙 = 0º when compared to elastic concrete;</a:t>
            </a:r>
          </a:p>
          <a:p>
            <a:pPr marL="457200" lvl="0" indent="-457200" algn="just">
              <a:lnSpc>
                <a:spcPct val="140000"/>
              </a:lnSpc>
              <a:buFont typeface="Wingdings" panose="05000000000000000000" pitchFamily="2" charset="2"/>
              <a:buChar char="§"/>
            </a:pPr>
            <a:r>
              <a:rPr lang="en-US" sz="3000" dirty="0"/>
              <a:t>These findings emphasize the importance of considering time-dependent material behavior and rock mass properties in design, especially near tunnel–gallery intersections.</a:t>
            </a:r>
          </a:p>
        </p:txBody>
      </p:sp>
    </p:spTree>
    <p:extLst>
      <p:ext uri="{BB962C8B-B14F-4D97-AF65-F5344CB8AC3E}">
        <p14:creationId xmlns:p14="http://schemas.microsoft.com/office/powerpoint/2010/main" val="907934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20">
          <a:extLst>
            <a:ext uri="{FF2B5EF4-FFF2-40B4-BE49-F238E27FC236}">
              <a16:creationId xmlns:a16="http://schemas.microsoft.com/office/drawing/2014/main" id="{081FF1CE-5F1A-1831-9C47-A453289C1361}"/>
            </a:ext>
          </a:extLst>
        </p:cNvPr>
        <p:cNvGrpSpPr/>
        <p:nvPr/>
      </p:nvGrpSpPr>
      <p:grpSpPr>
        <a:xfrm>
          <a:off x="0" y="0"/>
          <a:ext cx="0" cy="0"/>
          <a:chOff x="0" y="0"/>
          <a:chExt cx="0" cy="0"/>
        </a:xfrm>
      </p:grpSpPr>
      <p:sp>
        <p:nvSpPr>
          <p:cNvPr id="5" name="Espaço Reservado para Número de Slide 2">
            <a:extLst>
              <a:ext uri="{FF2B5EF4-FFF2-40B4-BE49-F238E27FC236}">
                <a16:creationId xmlns:a16="http://schemas.microsoft.com/office/drawing/2014/main" id="{554359E9-A052-E6D4-5917-E6072C73A7B4}"/>
              </a:ext>
            </a:extLst>
          </p:cNvPr>
          <p:cNvSpPr>
            <a:spLocks noGrp="1"/>
          </p:cNvSpPr>
          <p:nvPr>
            <p:ph type="sldNum" idx="12"/>
          </p:nvPr>
        </p:nvSpPr>
        <p:spPr>
          <a:xfrm>
            <a:off x="17541240" y="157461"/>
            <a:ext cx="576163" cy="360699"/>
          </a:xfrm>
        </p:spPr>
        <p:txBody>
          <a:bodyPr/>
          <a:lstStyle/>
          <a:p>
            <a:pPr marL="0" lvl="0" indent="0" algn="r" rtl="0">
              <a:spcBef>
                <a:spcPts val="0"/>
              </a:spcBef>
              <a:spcAft>
                <a:spcPts val="0"/>
              </a:spcAft>
              <a:buNone/>
            </a:pPr>
            <a:fld id="{00000000-1234-1234-1234-123412341234}" type="slidenum">
              <a:rPr lang="en-US" sz="2400" smtClean="0">
                <a:solidFill>
                  <a:srgbClr val="FFF4F3"/>
                </a:solidFill>
              </a:rPr>
              <a:t>20</a:t>
            </a:fld>
            <a:endParaRPr lang="en-US" sz="1800" dirty="0">
              <a:solidFill>
                <a:srgbClr val="FFF4F3"/>
              </a:solidFill>
            </a:endParaRPr>
          </a:p>
        </p:txBody>
      </p:sp>
      <p:sp>
        <p:nvSpPr>
          <p:cNvPr id="2" name="Google Shape;103;p2">
            <a:extLst>
              <a:ext uri="{FF2B5EF4-FFF2-40B4-BE49-F238E27FC236}">
                <a16:creationId xmlns:a16="http://schemas.microsoft.com/office/drawing/2014/main" id="{09AD5A51-6EA0-C85A-E0B0-2F027A182885}"/>
              </a:ext>
            </a:extLst>
          </p:cNvPr>
          <p:cNvSpPr txBox="1"/>
          <p:nvPr/>
        </p:nvSpPr>
        <p:spPr>
          <a:xfrm>
            <a:off x="1028700" y="337810"/>
            <a:ext cx="15415260" cy="1163395"/>
          </a:xfrm>
          <a:prstGeom prst="rect">
            <a:avLst/>
          </a:prstGeom>
          <a:noFill/>
          <a:ln>
            <a:noFill/>
          </a:ln>
        </p:spPr>
        <p:txBody>
          <a:bodyPr spcFirstLastPara="1" wrap="square" lIns="0" tIns="0" rIns="0" bIns="0" anchor="t" anchorCtr="0">
            <a:spAutoFit/>
          </a:bodyPr>
          <a:lstStyle/>
          <a:p>
            <a:pPr marL="0" marR="0" lvl="0" indent="0" algn="l" rtl="0">
              <a:lnSpc>
                <a:spcPct val="139989"/>
              </a:lnSpc>
              <a:spcBef>
                <a:spcPts val="0"/>
              </a:spcBef>
              <a:spcAft>
                <a:spcPts val="0"/>
              </a:spcAft>
              <a:buNone/>
            </a:pPr>
            <a:r>
              <a:rPr lang="en-US" sz="5400" b="1" i="0" u="none" strike="noStrike" cap="none" dirty="0">
                <a:solidFill>
                  <a:srgbClr val="6C1860"/>
                </a:solidFill>
                <a:latin typeface="Arial"/>
                <a:ea typeface="Arial"/>
                <a:cs typeface="Arial"/>
                <a:sym typeface="Arial"/>
              </a:rPr>
              <a:t>References</a:t>
            </a:r>
            <a:endParaRPr sz="1000" b="1" dirty="0"/>
          </a:p>
        </p:txBody>
      </p:sp>
      <p:sp>
        <p:nvSpPr>
          <p:cNvPr id="7" name="Google Shape;128;p4">
            <a:extLst>
              <a:ext uri="{FF2B5EF4-FFF2-40B4-BE49-F238E27FC236}">
                <a16:creationId xmlns:a16="http://schemas.microsoft.com/office/drawing/2014/main" id="{BCFF812B-A8B0-33BF-A17E-5131A9E0761A}"/>
              </a:ext>
            </a:extLst>
          </p:cNvPr>
          <p:cNvSpPr txBox="1"/>
          <p:nvPr/>
        </p:nvSpPr>
        <p:spPr>
          <a:xfrm>
            <a:off x="1028700" y="2247965"/>
            <a:ext cx="14698980" cy="4524315"/>
          </a:xfrm>
          <a:prstGeom prst="rect">
            <a:avLst/>
          </a:prstGeom>
          <a:noFill/>
          <a:ln>
            <a:noFill/>
          </a:ln>
        </p:spPr>
        <p:txBody>
          <a:bodyPr spcFirstLastPara="1" wrap="square" lIns="0" tIns="0" rIns="0" bIns="0" anchor="t" anchorCtr="0">
            <a:spAutoFit/>
          </a:bodyPr>
          <a:lstStyle/>
          <a:p>
            <a:pPr marL="457200" lvl="0" indent="-457200" algn="just">
              <a:lnSpc>
                <a:spcPct val="140000"/>
              </a:lnSpc>
              <a:buFont typeface="Wingdings" panose="05000000000000000000" pitchFamily="2" charset="2"/>
              <a:buChar char="§"/>
            </a:pPr>
            <a:r>
              <a:rPr lang="sv-SE" sz="3000" dirty="0"/>
              <a:t>F. P. M. Quevedo, C. A. M. M. Colombo, D. Bernaud, and S. Maghous (2025)</a:t>
            </a:r>
          </a:p>
          <a:p>
            <a:pPr marL="457200" lvl="0" indent="-457200" algn="just">
              <a:lnSpc>
                <a:spcPct val="140000"/>
              </a:lnSpc>
              <a:buFont typeface="Wingdings" panose="05000000000000000000" pitchFamily="2" charset="2"/>
              <a:buChar char="§"/>
            </a:pPr>
            <a:r>
              <a:rPr lang="sv-SE" sz="3000" dirty="0"/>
              <a:t>Z. P. Baˇzant and S. Prasannan (1989)</a:t>
            </a:r>
          </a:p>
          <a:p>
            <a:pPr marL="457200" lvl="0" indent="-457200" algn="just">
              <a:lnSpc>
                <a:spcPct val="140000"/>
              </a:lnSpc>
              <a:buFont typeface="Wingdings" panose="05000000000000000000" pitchFamily="2" charset="2"/>
              <a:buChar char="§"/>
            </a:pPr>
            <a:r>
              <a:rPr lang="sv-SE" sz="3000" dirty="0"/>
              <a:t>CEB-FIP (1993)</a:t>
            </a:r>
          </a:p>
          <a:p>
            <a:pPr marL="457200" lvl="0" indent="-457200" algn="just">
              <a:lnSpc>
                <a:spcPct val="140000"/>
              </a:lnSpc>
              <a:buFont typeface="Wingdings" panose="05000000000000000000" pitchFamily="2" charset="2"/>
              <a:buChar char="§"/>
            </a:pPr>
            <a:r>
              <a:rPr lang="sv-SE" sz="3000" dirty="0"/>
              <a:t>F. P. M. Quevedo, R. J. Schmitz, I. B. Morsch, C. F. A., and D. Bernaud. (2018)</a:t>
            </a:r>
          </a:p>
          <a:p>
            <a:pPr marL="457200" lvl="0" indent="-457200" algn="just">
              <a:lnSpc>
                <a:spcPct val="140000"/>
              </a:lnSpc>
              <a:buFont typeface="Wingdings" panose="05000000000000000000" pitchFamily="2" charset="2"/>
              <a:buChar char="§"/>
            </a:pPr>
            <a:r>
              <a:rPr lang="sv-SE" sz="3000" dirty="0"/>
              <a:t>D. Bernaud (1991)</a:t>
            </a:r>
          </a:p>
          <a:p>
            <a:pPr marL="457200" lvl="0" indent="-457200" algn="just">
              <a:lnSpc>
                <a:spcPct val="140000"/>
              </a:lnSpc>
              <a:buFont typeface="Wingdings" panose="05000000000000000000" pitchFamily="2" charset="2"/>
              <a:buChar char="§"/>
            </a:pPr>
            <a:r>
              <a:rPr lang="sv-SE" sz="3000" dirty="0"/>
              <a:t>F. Chortis and M. Kavvadas (2023)</a:t>
            </a:r>
          </a:p>
          <a:p>
            <a:pPr marL="457200" lvl="0" indent="-457200" algn="just">
              <a:lnSpc>
                <a:spcPct val="140000"/>
              </a:lnSpc>
              <a:buFont typeface="Wingdings" panose="05000000000000000000" pitchFamily="2" charset="2"/>
              <a:buChar char="§"/>
            </a:pPr>
            <a:r>
              <a:rPr lang="sv-SE" sz="3000" dirty="0"/>
              <a:t>E. Hoek, C. Carranza-Torres, and B. Corkum (2002)</a:t>
            </a:r>
            <a:endParaRPr lang="en-US" sz="3000" dirty="0"/>
          </a:p>
        </p:txBody>
      </p:sp>
    </p:spTree>
    <p:extLst>
      <p:ext uri="{BB962C8B-B14F-4D97-AF65-F5344CB8AC3E}">
        <p14:creationId xmlns:p14="http://schemas.microsoft.com/office/powerpoint/2010/main" val="9368978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32"/>
        <p:cNvGrpSpPr/>
        <p:nvPr/>
      </p:nvGrpSpPr>
      <p:grpSpPr>
        <a:xfrm>
          <a:off x="0" y="0"/>
          <a:ext cx="0" cy="0"/>
          <a:chOff x="0" y="0"/>
          <a:chExt cx="0" cy="0"/>
        </a:xfrm>
      </p:grpSpPr>
      <p:sp>
        <p:nvSpPr>
          <p:cNvPr id="142" name="Google Shape;142;p5"/>
          <p:cNvSpPr txBox="1"/>
          <p:nvPr/>
        </p:nvSpPr>
        <p:spPr>
          <a:xfrm>
            <a:off x="4445700" y="1286795"/>
            <a:ext cx="9396600" cy="1163395"/>
          </a:xfrm>
          <a:prstGeom prst="rect">
            <a:avLst/>
          </a:prstGeom>
          <a:noFill/>
          <a:ln>
            <a:noFill/>
          </a:ln>
        </p:spPr>
        <p:txBody>
          <a:bodyPr spcFirstLastPara="1" wrap="square" lIns="0" tIns="0" rIns="0" bIns="0" anchor="t" anchorCtr="0">
            <a:spAutoFit/>
          </a:bodyPr>
          <a:lstStyle/>
          <a:p>
            <a:pPr marL="0" marR="0" lvl="0" indent="0" algn="ctr" rtl="0">
              <a:lnSpc>
                <a:spcPct val="140003"/>
              </a:lnSpc>
              <a:spcBef>
                <a:spcPts val="0"/>
              </a:spcBef>
              <a:spcAft>
                <a:spcPts val="0"/>
              </a:spcAft>
              <a:buNone/>
            </a:pPr>
            <a:r>
              <a:rPr lang="en-US" sz="5400" b="1" dirty="0">
                <a:solidFill>
                  <a:srgbClr val="6C1860"/>
                </a:solidFill>
              </a:rPr>
              <a:t>Acknowledgements</a:t>
            </a:r>
            <a:endParaRPr lang="en-US" sz="700" b="1" dirty="0"/>
          </a:p>
        </p:txBody>
      </p:sp>
      <p:sp>
        <p:nvSpPr>
          <p:cNvPr id="144" name="Google Shape;144;p5"/>
          <p:cNvSpPr txBox="1"/>
          <p:nvPr/>
        </p:nvSpPr>
        <p:spPr>
          <a:xfrm>
            <a:off x="1761319" y="7707543"/>
            <a:ext cx="10476401" cy="1292662"/>
          </a:xfrm>
          <a:prstGeom prst="rect">
            <a:avLst/>
          </a:prstGeom>
          <a:noFill/>
          <a:ln>
            <a:noFill/>
          </a:ln>
        </p:spPr>
        <p:txBody>
          <a:bodyPr spcFirstLastPara="1" wrap="square" lIns="0" tIns="0" rIns="0" bIns="0" anchor="t" anchorCtr="0">
            <a:spAutoFit/>
          </a:bodyPr>
          <a:lstStyle/>
          <a:p>
            <a:pPr lvl="0">
              <a:lnSpc>
                <a:spcPct val="140000"/>
              </a:lnSpc>
            </a:pPr>
            <a:r>
              <a:rPr lang="it-IT" sz="3000" dirty="0">
                <a:solidFill>
                  <a:srgbClr val="1970A0"/>
                </a:solidFill>
              </a:rPr>
              <a:t>Bianca M. Girardi, Felipe P. M. Quevedo, Samir Maghous</a:t>
            </a:r>
            <a:endParaRPr lang="it-IT" sz="3200" dirty="0"/>
          </a:p>
          <a:p>
            <a:pPr marL="0" marR="0" lvl="0" indent="0" algn="l" rtl="0">
              <a:lnSpc>
                <a:spcPct val="140000"/>
              </a:lnSpc>
              <a:spcBef>
                <a:spcPts val="0"/>
              </a:spcBef>
              <a:spcAft>
                <a:spcPts val="0"/>
              </a:spcAft>
              <a:buNone/>
            </a:pPr>
            <a:r>
              <a:rPr lang="pt-BR" sz="3000" dirty="0">
                <a:solidFill>
                  <a:srgbClr val="1970A0"/>
                </a:solidFill>
                <a:highlight>
                  <a:srgbClr val="FFFF00"/>
                </a:highlight>
              </a:rPr>
              <a:t>Contact </a:t>
            </a:r>
            <a:r>
              <a:rPr lang="pt-BR" sz="3000" dirty="0" err="1">
                <a:solidFill>
                  <a:srgbClr val="1970A0"/>
                </a:solidFill>
                <a:highlight>
                  <a:srgbClr val="FFFF00"/>
                </a:highlight>
              </a:rPr>
              <a:t>information</a:t>
            </a:r>
            <a:endParaRPr dirty="0">
              <a:highlight>
                <a:srgbClr val="FFFF00"/>
              </a:highlight>
            </a:endParaRPr>
          </a:p>
        </p:txBody>
      </p:sp>
      <p:sp>
        <p:nvSpPr>
          <p:cNvPr id="4" name="Espaço Reservado para Número de Slide 2">
            <a:extLst>
              <a:ext uri="{FF2B5EF4-FFF2-40B4-BE49-F238E27FC236}">
                <a16:creationId xmlns:a16="http://schemas.microsoft.com/office/drawing/2014/main" id="{6A3D5766-F011-0CE0-3553-50FCAE7F0C51}"/>
              </a:ext>
            </a:extLst>
          </p:cNvPr>
          <p:cNvSpPr>
            <a:spLocks noGrp="1"/>
          </p:cNvSpPr>
          <p:nvPr>
            <p:ph type="sldNum" idx="12"/>
          </p:nvPr>
        </p:nvSpPr>
        <p:spPr>
          <a:xfrm>
            <a:off x="17701146" y="157461"/>
            <a:ext cx="416257" cy="365125"/>
          </a:xfrm>
        </p:spPr>
        <p:txBody>
          <a:bodyPr/>
          <a:lstStyle/>
          <a:p>
            <a:pPr marL="0" lvl="0" indent="0" algn="r" rtl="0">
              <a:spcBef>
                <a:spcPts val="0"/>
              </a:spcBef>
              <a:spcAft>
                <a:spcPts val="0"/>
              </a:spcAft>
              <a:buNone/>
            </a:pPr>
            <a:fld id="{00000000-1234-1234-1234-123412341234}" type="slidenum">
              <a:rPr lang="en-US" sz="2400" smtClean="0">
                <a:solidFill>
                  <a:srgbClr val="FFF4F3"/>
                </a:solidFill>
              </a:rPr>
              <a:t>21</a:t>
            </a:fld>
            <a:endParaRPr lang="en-US" sz="1800" dirty="0">
              <a:solidFill>
                <a:srgbClr val="FFF4F3"/>
              </a:solidFill>
            </a:endParaRPr>
          </a:p>
        </p:txBody>
      </p:sp>
      <p:pic>
        <p:nvPicPr>
          <p:cNvPr id="2" name="Picture 2" descr="Ufrgs Logo – Universidade Federal do Rio Grande do Sul - PNG e Vetor -  Download de Logo">
            <a:extLst>
              <a:ext uri="{FF2B5EF4-FFF2-40B4-BE49-F238E27FC236}">
                <a16:creationId xmlns:a16="http://schemas.microsoft.com/office/drawing/2014/main" id="{C8688426-D1BE-43D3-D3C4-35A1F06A3A88}"/>
              </a:ext>
            </a:extLst>
          </p:cNvPr>
          <p:cNvPicPr>
            <a:picLocks noChangeAspect="1" noChangeArrowheads="1"/>
          </p:cNvPicPr>
          <p:nvPr/>
        </p:nvPicPr>
        <p:blipFill>
          <a:blip r:embed="rId4">
            <a:alphaModFix/>
            <a:extLst>
              <a:ext uri="{BEBA8EAE-BF5A-486C-A8C5-ECC9F3942E4B}">
                <a14:imgProps xmlns:a14="http://schemas.microsoft.com/office/drawing/2010/main">
                  <a14:imgLayer r:embed="rId5">
                    <a14:imgEffect>
                      <a14:saturation sat="33000"/>
                    </a14:imgEffect>
                    <a14:imgEffect>
                      <a14:brightnessContrast bright="-20000" contrast="40000"/>
                    </a14:imgEffect>
                  </a14:imgLayer>
                </a14:imgProps>
              </a:ext>
              <a:ext uri="{28A0092B-C50C-407E-A947-70E740481C1C}">
                <a14:useLocalDpi xmlns:a14="http://schemas.microsoft.com/office/drawing/2010/main" val="0"/>
              </a:ext>
            </a:extLst>
          </a:blip>
          <a:srcRect/>
          <a:stretch>
            <a:fillRect/>
          </a:stretch>
        </p:blipFill>
        <p:spPr bwMode="auto">
          <a:xfrm>
            <a:off x="1441653" y="3189570"/>
            <a:ext cx="2904470" cy="233091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Mestrado – PPGEC-UFRGS">
            <a:extLst>
              <a:ext uri="{FF2B5EF4-FFF2-40B4-BE49-F238E27FC236}">
                <a16:creationId xmlns:a16="http://schemas.microsoft.com/office/drawing/2014/main" id="{F4FFAAE4-2793-F91B-B47C-B2EC11913F51}"/>
              </a:ext>
            </a:extLst>
          </p:cNvPr>
          <p:cNvPicPr>
            <a:picLocks noChangeAspect="1" noChangeArrowheads="1"/>
          </p:cNvPicPr>
          <p:nvPr/>
        </p:nvPicPr>
        <p:blipFill>
          <a:blip r:embed="rId6">
            <a:extLst>
              <a:ext uri="{BEBA8EAE-BF5A-486C-A8C5-ECC9F3942E4B}">
                <a14:imgProps xmlns:a14="http://schemas.microsoft.com/office/drawing/2010/main">
                  <a14:imgLayer r:embed="rId7">
                    <a14:imgEffect>
                      <a14:backgroundRemoval t="1667" b="95333" l="683" r="94198">
                        <a14:foregroundMark x1="5119" y1="29000" x2="47099" y2="39333"/>
                        <a14:foregroundMark x1="47099" y1="39333" x2="91468" y2="38667"/>
                        <a14:foregroundMark x1="91468" y1="38667" x2="94198" y2="37333"/>
                        <a14:foregroundMark x1="683" y1="26667" x2="8532" y2="30667"/>
                        <a14:foregroundMark x1="30717" y1="30667" x2="30717" y2="30667"/>
                        <a14:foregroundMark x1="29693" y1="25667" x2="29693" y2="25667"/>
                        <a14:foregroundMark x1="30375" y1="18667" x2="30375" y2="18667"/>
                        <a14:foregroundMark x1="29693" y1="11333" x2="29693" y2="11333"/>
                        <a14:foregroundMark x1="35154" y1="9333" x2="35154" y2="9333"/>
                        <a14:foregroundMark x1="37884" y1="14000" x2="37884" y2="14000"/>
                        <a14:foregroundMark x1="37884" y1="16333" x2="37884" y2="16333"/>
                        <a14:foregroundMark x1="36860" y1="18333" x2="36860" y2="19000"/>
                        <a14:foregroundMark x1="34812" y1="20333" x2="34812" y2="20333"/>
                        <a14:foregroundMark x1="32765" y1="21000" x2="32082" y2="21333"/>
                        <a14:foregroundMark x1="31058" y1="22000" x2="31058" y2="22000"/>
                        <a14:foregroundMark x1="30717" y1="18333" x2="29693" y2="32333"/>
                        <a14:foregroundMark x1="30034" y1="8667" x2="29693" y2="19000"/>
                        <a14:foregroundMark x1="27986" y1="8667" x2="30034" y2="31667"/>
                        <a14:foregroundMark x1="34471" y1="8667" x2="37543" y2="15333"/>
                        <a14:foregroundMark x1="41297" y1="15333" x2="49488" y2="1667"/>
                        <a14:foregroundMark x1="43003" y1="13333" x2="46758" y2="8333"/>
                        <a14:foregroundMark x1="28669" y1="7667" x2="30375" y2="35333"/>
                        <a14:foregroundMark x1="30717" y1="22000" x2="35836" y2="8667"/>
                        <a14:foregroundMark x1="41980" y1="13667" x2="48123" y2="8333"/>
                        <a14:foregroundMark x1="50512" y1="10000" x2="55290" y2="17000"/>
                        <a14:foregroundMark x1="54608" y1="18000" x2="54266" y2="24333"/>
                        <a14:foregroundMark x1="54608" y1="22667" x2="53925" y2="29667"/>
                        <a14:foregroundMark x1="53242" y1="30333" x2="47782" y2="33667"/>
                        <a14:foregroundMark x1="48123" y1="34000" x2="43003" y2="29000"/>
                        <a14:foregroundMark x1="42662" y1="28333" x2="42321" y2="21333"/>
                        <a14:foregroundMark x1="42321" y1="19667" x2="41980" y2="14667"/>
                        <a14:foregroundMark x1="68259" y1="13000" x2="62457" y2="8333"/>
                        <a14:foregroundMark x1="61433" y1="8333" x2="60751" y2="14667"/>
                        <a14:foregroundMark x1="62799" y1="8667" x2="68942" y2="11667"/>
                        <a14:foregroundMark x1="59044" y1="14667" x2="62457" y2="21333"/>
                        <a14:foregroundMark x1="60751" y1="17000" x2="65870" y2="22333"/>
                        <a14:foregroundMark x1="63481" y1="21000" x2="69283" y2="28333"/>
                        <a14:foregroundMark x1="67577" y1="23667" x2="65188" y2="31000"/>
                        <a14:foregroundMark x1="66894" y1="31333" x2="64164" y2="33667"/>
                        <a14:foregroundMark x1="67918" y1="28333" x2="60068" y2="32333"/>
                        <a14:foregroundMark x1="61433" y1="34667" x2="59044" y2="31333"/>
                        <a14:foregroundMark x1="36860" y1="53333" x2="27986" y2="53000"/>
                        <a14:foregroundMark x1="26962" y1="53333" x2="27645" y2="62000"/>
                        <a14:foregroundMark x1="27986" y1="60667" x2="27986" y2="64333"/>
                        <a14:foregroundMark x1="30034" y1="64333" x2="36519" y2="63667"/>
                        <a14:foregroundMark x1="34471" y1="62333" x2="34812" y2="69000"/>
                        <a14:foregroundMark x1="29010" y1="64333" x2="27304" y2="73000"/>
                        <a14:foregroundMark x1="27645" y1="67333" x2="27645" y2="74333"/>
                        <a14:foregroundMark x1="27986" y1="75000" x2="32082" y2="77000"/>
                        <a14:foregroundMark x1="25256" y1="77667" x2="37201" y2="76000"/>
                        <a14:foregroundMark x1="34812" y1="76333" x2="38567" y2="73000"/>
                        <a14:foregroundMark x1="40956" y1="76000" x2="42662" y2="65667"/>
                        <a14:foregroundMark x1="42662" y1="64000" x2="42321" y2="58333"/>
                        <a14:foregroundMark x1="41297" y1="53000" x2="43003" y2="55667"/>
                        <a14:foregroundMark x1="45392" y1="58667" x2="48464" y2="63333"/>
                        <a14:foregroundMark x1="47099" y1="60333" x2="51195" y2="70333"/>
                        <a14:foregroundMark x1="49829" y1="66333" x2="52218" y2="75333"/>
                        <a14:foregroundMark x1="52218" y1="75333" x2="52218" y2="65000"/>
                        <a14:foregroundMark x1="52218" y1="63333" x2="52218" y2="59667"/>
                        <a14:foregroundMark x1="50512" y1="68000" x2="52560" y2="63000"/>
                        <a14:foregroundMark x1="51536" y1="67667" x2="52560" y2="62000"/>
                        <a14:foregroundMark x1="52901" y1="68333" x2="53242" y2="62333"/>
                        <a14:foregroundMark x1="52560" y1="67000" x2="53242" y2="61000"/>
                        <a14:foregroundMark x1="52901" y1="59667" x2="53242" y2="55667"/>
                        <a14:foregroundMark x1="53242" y1="56000" x2="53242" y2="51000"/>
                        <a14:foregroundMark x1="52901" y1="54667" x2="52901" y2="51333"/>
                        <a14:foregroundMark x1="61092" y1="56667" x2="63481" y2="51000"/>
                        <a14:foregroundMark x1="65529" y1="51667" x2="69283" y2="53333"/>
                        <a14:foregroundMark x1="67918" y1="54000" x2="68601" y2="54333"/>
                        <a14:foregroundMark x1="48805" y1="34667" x2="53925" y2="30000"/>
                        <a14:foregroundMark x1="69625" y1="53000" x2="70648" y2="58000"/>
                        <a14:foregroundMark x1="61775" y1="54000" x2="59727" y2="61667"/>
                        <a14:foregroundMark x1="60068" y1="58000" x2="58703" y2="65333"/>
                        <a14:foregroundMark x1="58362" y1="57667" x2="58362" y2="65000"/>
                        <a14:foregroundMark x1="58020" y1="65333" x2="58362" y2="73000"/>
                        <a14:foregroundMark x1="56997" y1="68333" x2="61092" y2="73667"/>
                        <a14:foregroundMark x1="60068" y1="73667" x2="62799" y2="78000"/>
                        <a14:foregroundMark x1="61092" y1="76333" x2="66553" y2="76667"/>
                        <a14:foregroundMark x1="66553" y1="76667" x2="70648" y2="75333"/>
                        <a14:foregroundMark x1="70307" y1="76000" x2="69966" y2="69000"/>
                        <a14:foregroundMark x1="68942" y1="71333" x2="70307" y2="66000"/>
                        <a14:foregroundMark x1="69283" y1="66000" x2="70648" y2="62000"/>
                        <a14:foregroundMark x1="10239" y1="87333" x2="10239" y2="91000"/>
                        <a14:foregroundMark x1="9215" y1="85667" x2="9556" y2="84333"/>
                        <a14:foregroundMark x1="12287" y1="85333" x2="13311" y2="85667"/>
                        <a14:foregroundMark x1="17031" y1="87333" x2="17065" y2="87000"/>
                        <a14:foregroundMark x1="16724" y1="90333" x2="17031" y2="87333"/>
                        <a14:foregroundMark x1="17406" y1="85333" x2="17406" y2="85333"/>
                        <a14:foregroundMark x1="20478" y1="87333" x2="20819" y2="87667"/>
                        <a14:foregroundMark x1="20137" y1="85333" x2="20137" y2="85333"/>
                        <a14:foregroundMark x1="27304" y1="84333" x2="26280" y2="88333"/>
                        <a14:foregroundMark x1="32765" y1="84667" x2="32765" y2="92667"/>
                        <a14:foregroundMark x1="25939" y1="85333" x2="23208" y2="88333"/>
                        <a14:foregroundMark x1="22867" y1="87333" x2="24573" y2="91000"/>
                        <a14:foregroundMark x1="26962" y1="91000" x2="28669" y2="90667"/>
                        <a14:foregroundMark x1="28669" y1="90333" x2="28669" y2="88333"/>
                        <a14:foregroundMark x1="39932" y1="85333" x2="41980" y2="92667"/>
                        <a14:foregroundMark x1="39932" y1="86333" x2="41638" y2="86000"/>
                        <a14:foregroundMark x1="41638" y1="86000" x2="41638" y2="86000"/>
                        <a14:foregroundMark x1="37884" y1="86000" x2="38567" y2="89333"/>
                        <a14:foregroundMark x1="37884" y1="89333" x2="38225" y2="91667"/>
                        <a14:foregroundMark x1="32765" y1="85667" x2="34130" y2="86000"/>
                        <a14:foregroundMark x1="34812" y1="85667" x2="36177" y2="85667"/>
                        <a14:foregroundMark x1="41297" y1="85000" x2="42321" y2="85333"/>
                        <a14:foregroundMark x1="48464" y1="93333" x2="48805" y2="89667"/>
                        <a14:foregroundMark x1="48805" y1="88333" x2="49147" y2="87667"/>
                        <a14:foregroundMark x1="48805" y1="85667" x2="48805" y2="85667"/>
                        <a14:foregroundMark x1="48805" y1="86333" x2="49147" y2="89333"/>
                        <a14:foregroundMark x1="48805" y1="93000" x2="48464" y2="95333"/>
                        <a14:foregroundMark x1="48123" y1="95333" x2="48123" y2="95333"/>
                        <a14:foregroundMark x1="54949" y1="86333" x2="56314" y2="90333"/>
                        <a14:foregroundMark x1="56314" y1="90333" x2="56997" y2="91000"/>
                        <a14:foregroundMark x1="60410" y1="86667" x2="60410" y2="86667"/>
                        <a14:foregroundMark x1="63481" y1="86333" x2="65188" y2="86333"/>
                        <a14:foregroundMark x1="65870" y1="85333" x2="65529" y2="86000"/>
                        <a14:foregroundMark x1="65529" y1="86000" x2="66212" y2="86000"/>
                        <a14:foregroundMark x1="67235" y1="85667" x2="67235" y2="85667"/>
                        <a14:foregroundMark x1="66894" y1="86667" x2="66894" y2="86667"/>
                        <a14:foregroundMark x1="67577" y1="84333" x2="67577" y2="84333"/>
                        <a14:foregroundMark x1="71331" y1="87000" x2="71331" y2="87000"/>
                        <a14:foregroundMark x1="69625" y1="88333" x2="69625" y2="89000"/>
                        <a14:foregroundMark x1="70307" y1="90667" x2="70648" y2="91667"/>
                        <a14:foregroundMark x1="70648" y1="91667" x2="71672" y2="91667"/>
                        <a14:foregroundMark x1="70648" y1="86333" x2="70648" y2="86333"/>
                        <a14:foregroundMark x1="70307" y1="85667" x2="70307" y2="85667"/>
                        <a14:foregroundMark x1="71331" y1="85667" x2="72014" y2="85667"/>
                        <a14:foregroundMark x1="72355" y1="85667" x2="72355" y2="85667"/>
                        <a14:foregroundMark x1="78157" y1="86667" x2="78157" y2="86667"/>
                        <a14:foregroundMark x1="77474" y1="88333" x2="78157" y2="90000"/>
                        <a14:foregroundMark x1="79181" y1="90333" x2="81229" y2="91667"/>
                        <a14:foregroundMark x1="82935" y1="91667" x2="82935" y2="91667"/>
                        <a14:foregroundMark x1="81570" y1="89333" x2="81570" y2="89333"/>
                        <a14:foregroundMark x1="88396" y1="86000" x2="88396" y2="86000"/>
                        <a14:foregroundMark x1="87031" y1="85667" x2="87031" y2="85667"/>
                        <a14:foregroundMark x1="86007" y1="86667" x2="86348" y2="88000"/>
                        <a14:foregroundMark x1="84983" y1="91333" x2="84983" y2="91333"/>
                        <a14:backgroundMark x1="18430" y1="86667" x2="18430" y2="86667"/>
                        <a14:backgroundMark x1="11604" y1="87333" x2="11604" y2="87333"/>
                        <a14:backgroundMark x1="72014" y1="86667" x2="72014" y2="86667"/>
                      </a14:backgroundRemoval>
                    </a14:imgEffect>
                  </a14:imgLayer>
                </a14:imgProps>
              </a:ext>
              <a:ext uri="{28A0092B-C50C-407E-A947-70E740481C1C}">
                <a14:useLocalDpi xmlns:a14="http://schemas.microsoft.com/office/drawing/2010/main" val="0"/>
              </a:ext>
            </a:extLst>
          </a:blip>
          <a:srcRect/>
          <a:stretch>
            <a:fillRect/>
          </a:stretch>
        </p:blipFill>
        <p:spPr bwMode="auto">
          <a:xfrm>
            <a:off x="4445700" y="3471452"/>
            <a:ext cx="2118211" cy="233091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Identidade Visual — Português (Brasil)">
            <a:extLst>
              <a:ext uri="{FF2B5EF4-FFF2-40B4-BE49-F238E27FC236}">
                <a16:creationId xmlns:a16="http://schemas.microsoft.com/office/drawing/2014/main" id="{172FC44B-2744-40CA-E9B3-27A929B631E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781779" y="3189570"/>
            <a:ext cx="2578568" cy="2330917"/>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m 5">
            <a:extLst>
              <a:ext uri="{FF2B5EF4-FFF2-40B4-BE49-F238E27FC236}">
                <a16:creationId xmlns:a16="http://schemas.microsoft.com/office/drawing/2014/main" id="{4F5B66CB-F1BB-BFA6-3027-898B483AF4A6}"/>
              </a:ext>
            </a:extLst>
          </p:cNvPr>
          <p:cNvPicPr>
            <a:picLocks noChangeAspect="1"/>
          </p:cNvPicPr>
          <p:nvPr/>
        </p:nvPicPr>
        <p:blipFill rotWithShape="1">
          <a:blip r:embed="rId9"/>
          <a:srcRect/>
          <a:stretch/>
        </p:blipFill>
        <p:spPr>
          <a:xfrm>
            <a:off x="6781800" y="3269720"/>
            <a:ext cx="1707053" cy="2330917"/>
          </a:xfrm>
          <a:prstGeom prst="rect">
            <a:avLst/>
          </a:prstGeom>
        </p:spPr>
      </p:pic>
      <p:pic>
        <p:nvPicPr>
          <p:cNvPr id="7" name="Imagem 6" descr="Logotipo&#10;&#10;Descrição gerada automaticamente">
            <a:extLst>
              <a:ext uri="{FF2B5EF4-FFF2-40B4-BE49-F238E27FC236}">
                <a16:creationId xmlns:a16="http://schemas.microsoft.com/office/drawing/2014/main" id="{579CE430-D1A2-C3B1-36D9-24B7CB5FFBCC}"/>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1596514" y="3189570"/>
            <a:ext cx="5269453" cy="23484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340</TotalTime>
  <Words>992</Words>
  <Application>Microsoft Office PowerPoint</Application>
  <PresentationFormat>Personalizar</PresentationFormat>
  <Paragraphs>136</Paragraphs>
  <Slides>21</Slides>
  <Notes>21</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21</vt:i4>
      </vt:variant>
    </vt:vector>
  </HeadingPairs>
  <TitlesOfParts>
    <vt:vector size="27" baseType="lpstr">
      <vt:lpstr>Arial</vt:lpstr>
      <vt:lpstr>Calibri</vt:lpstr>
      <vt:lpstr>Cambria Math</vt:lpstr>
      <vt:lpstr>Times New Roman</vt:lpstr>
      <vt:lpstr>Wingdings</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Joao Victor Fragoso Dias</dc:creator>
  <cp:lastModifiedBy>Bianca G.</cp:lastModifiedBy>
  <cp:revision>4</cp:revision>
  <dcterms:created xsi:type="dcterms:W3CDTF">2006-08-16T00:00:00Z</dcterms:created>
  <dcterms:modified xsi:type="dcterms:W3CDTF">2025-11-24T16:59:06Z</dcterms:modified>
</cp:coreProperties>
</file>